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9"/>
  </p:notesMasterIdLst>
  <p:sldIdLst>
    <p:sldId id="256" r:id="rId2"/>
    <p:sldId id="258" r:id="rId3"/>
    <p:sldId id="282" r:id="rId4"/>
    <p:sldId id="260" r:id="rId5"/>
    <p:sldId id="261" r:id="rId6"/>
    <p:sldId id="286" r:id="rId7"/>
    <p:sldId id="287" r:id="rId8"/>
    <p:sldId id="265" r:id="rId9"/>
    <p:sldId id="266" r:id="rId10"/>
    <p:sldId id="267" r:id="rId11"/>
    <p:sldId id="275" r:id="rId12"/>
    <p:sldId id="268" r:id="rId13"/>
    <p:sldId id="269" r:id="rId14"/>
    <p:sldId id="271" r:id="rId15"/>
    <p:sldId id="272" r:id="rId16"/>
    <p:sldId id="273" r:id="rId17"/>
    <p:sldId id="274" r:id="rId18"/>
    <p:sldId id="289" r:id="rId19"/>
    <p:sldId id="276" r:id="rId20"/>
    <p:sldId id="288" r:id="rId21"/>
    <p:sldId id="277" r:id="rId22"/>
    <p:sldId id="278" r:id="rId23"/>
    <p:sldId id="280" r:id="rId24"/>
    <p:sldId id="281" r:id="rId25"/>
    <p:sldId id="283" r:id="rId26"/>
    <p:sldId id="285" r:id="rId27"/>
    <p:sldId id="259" r:id="rId28"/>
  </p:sldIdLst>
  <p:sldSz cx="12192000" cy="6858000"/>
  <p:notesSz cx="6858000" cy="9144000"/>
  <p:embeddedFontLst>
    <p:embeddedFont>
      <p:font typeface="Libre Baskerville" panose="02000000000000000000" pitchFamily="2" charset="0"/>
      <p:regular r:id="rId30"/>
      <p:bold r:id="rId31"/>
      <p:italic r:id="rId32"/>
    </p:embeddedFont>
    <p:embeddedFont>
      <p:font typeface="Times New Roman Bold" panose="02020803070505020304" pitchFamily="18" charset="0"/>
      <p:bold r:id="rId33"/>
    </p:embeddedFont>
    <p:embeddedFont>
      <p:font typeface="Verdana" panose="020B0604030504040204" pitchFamily="34" charset="0"/>
      <p:regular r:id="rId34"/>
      <p:bold r:id="rId35"/>
      <p:italic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399FBD-8A43-4E66-92E8-C9BB763C924B}" v="150" dt="2026-02-13T13:25:24.5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eeth Goud" userId="dd8d7a3f0974c4be" providerId="LiveId" clId="{2DA840B2-D8C8-4D3E-B0AB-765AF4539B58}"/>
    <pc:docChg chg="undo custSel addSld delSld modSld">
      <pc:chgData name="Praneeth Goud" userId="dd8d7a3f0974c4be" providerId="LiveId" clId="{2DA840B2-D8C8-4D3E-B0AB-765AF4539B58}" dt="2026-02-14T03:54:49.043" v="1405" actId="1076"/>
      <pc:docMkLst>
        <pc:docMk/>
      </pc:docMkLst>
      <pc:sldChg chg="modSp mod">
        <pc:chgData name="Praneeth Goud" userId="dd8d7a3f0974c4be" providerId="LiveId" clId="{2DA840B2-D8C8-4D3E-B0AB-765AF4539B58}" dt="2026-02-14T03:54:49.043" v="1405" actId="1076"/>
        <pc:sldMkLst>
          <pc:docMk/>
          <pc:sldMk cId="0" sldId="256"/>
        </pc:sldMkLst>
        <pc:spChg chg="mod">
          <ac:chgData name="Praneeth Goud" userId="dd8d7a3f0974c4be" providerId="LiveId" clId="{2DA840B2-D8C8-4D3E-B0AB-765AF4539B58}" dt="2026-02-14T03:54:49.043" v="1405" actId="1076"/>
          <ac:spMkLst>
            <pc:docMk/>
            <pc:sldMk cId="0" sldId="256"/>
            <ac:spMk id="99" creationId="{00000000-0000-0000-0000-000000000000}"/>
          </ac:spMkLst>
        </pc:spChg>
      </pc:sldChg>
      <pc:sldChg chg="modSp mod">
        <pc:chgData name="Praneeth Goud" userId="dd8d7a3f0974c4be" providerId="LiveId" clId="{2DA840B2-D8C8-4D3E-B0AB-765AF4539B58}" dt="2026-02-12T13:56:02.525" v="959" actId="14100"/>
        <pc:sldMkLst>
          <pc:docMk/>
          <pc:sldMk cId="0" sldId="258"/>
        </pc:sldMkLst>
        <pc:spChg chg="mod">
          <ac:chgData name="Praneeth Goud" userId="dd8d7a3f0974c4be" providerId="LiveId" clId="{2DA840B2-D8C8-4D3E-B0AB-765AF4539B58}" dt="2026-02-12T13:53:52.530" v="897" actId="14100"/>
          <ac:spMkLst>
            <pc:docMk/>
            <pc:sldMk cId="0" sldId="258"/>
            <ac:spMk id="110" creationId="{00000000-0000-0000-0000-000000000000}"/>
          </ac:spMkLst>
        </pc:spChg>
        <pc:spChg chg="mod">
          <ac:chgData name="Praneeth Goud" userId="dd8d7a3f0974c4be" providerId="LiveId" clId="{2DA840B2-D8C8-4D3E-B0AB-765AF4539B58}" dt="2026-02-12T13:56:02.525" v="959" actId="14100"/>
          <ac:spMkLst>
            <pc:docMk/>
            <pc:sldMk cId="0" sldId="258"/>
            <ac:spMk id="111" creationId="{00000000-0000-0000-0000-000000000000}"/>
          </ac:spMkLst>
        </pc:spChg>
      </pc:sldChg>
      <pc:sldChg chg="modSp mod">
        <pc:chgData name="Praneeth Goud" userId="dd8d7a3f0974c4be" providerId="LiveId" clId="{2DA840B2-D8C8-4D3E-B0AB-765AF4539B58}" dt="2026-02-13T16:44:35.449" v="1276" actId="14100"/>
        <pc:sldMkLst>
          <pc:docMk/>
          <pc:sldMk cId="3723965779" sldId="261"/>
        </pc:sldMkLst>
        <pc:spChg chg="mod">
          <ac:chgData name="Praneeth Goud" userId="dd8d7a3f0974c4be" providerId="LiveId" clId="{2DA840B2-D8C8-4D3E-B0AB-765AF4539B58}" dt="2026-02-12T13:29:20.657" v="873" actId="14100"/>
          <ac:spMkLst>
            <pc:docMk/>
            <pc:sldMk cId="3723965779" sldId="261"/>
            <ac:spMk id="6" creationId="{A3AF82C0-87C4-B5F9-2F00-96C6BFFF478D}"/>
          </ac:spMkLst>
        </pc:spChg>
        <pc:picChg chg="mod">
          <ac:chgData name="Praneeth Goud" userId="dd8d7a3f0974c4be" providerId="LiveId" clId="{2DA840B2-D8C8-4D3E-B0AB-765AF4539B58}" dt="2026-02-13T16:44:35.449" v="1276" actId="14100"/>
          <ac:picMkLst>
            <pc:docMk/>
            <pc:sldMk cId="3723965779" sldId="261"/>
            <ac:picMk id="9" creationId="{664EFB06-D747-4B29-C089-1E95AD6203A2}"/>
          </ac:picMkLst>
        </pc:picChg>
      </pc:sldChg>
      <pc:sldChg chg="modSp mod">
        <pc:chgData name="Praneeth Goud" userId="dd8d7a3f0974c4be" providerId="LiveId" clId="{2DA840B2-D8C8-4D3E-B0AB-765AF4539B58}" dt="2026-02-13T13:59:17.210" v="1275" actId="14100"/>
        <pc:sldMkLst>
          <pc:docMk/>
          <pc:sldMk cId="0" sldId="266"/>
        </pc:sldMkLst>
        <pc:spChg chg="mod">
          <ac:chgData name="Praneeth Goud" userId="dd8d7a3f0974c4be" providerId="LiveId" clId="{2DA840B2-D8C8-4D3E-B0AB-765AF4539B58}" dt="2026-02-13T13:53:58.715" v="1273" actId="1076"/>
          <ac:spMkLst>
            <pc:docMk/>
            <pc:sldMk cId="0" sldId="266"/>
            <ac:spMk id="2" creationId="{00000000-0000-0000-0000-000000000000}"/>
          </ac:spMkLst>
        </pc:spChg>
        <pc:picChg chg="mod">
          <ac:chgData name="Praneeth Goud" userId="dd8d7a3f0974c4be" providerId="LiveId" clId="{2DA840B2-D8C8-4D3E-B0AB-765AF4539B58}" dt="2026-02-13T13:57:34.440" v="1274" actId="14100"/>
          <ac:picMkLst>
            <pc:docMk/>
            <pc:sldMk cId="0" sldId="266"/>
            <ac:picMk id="11" creationId="{114B910D-8950-C835-577C-927C868C6306}"/>
          </ac:picMkLst>
        </pc:picChg>
        <pc:picChg chg="mod">
          <ac:chgData name="Praneeth Goud" userId="dd8d7a3f0974c4be" providerId="LiveId" clId="{2DA840B2-D8C8-4D3E-B0AB-765AF4539B58}" dt="2026-02-13T13:59:17.210" v="1275" actId="14100"/>
          <ac:picMkLst>
            <pc:docMk/>
            <pc:sldMk cId="0" sldId="266"/>
            <ac:picMk id="13" creationId="{4B34E1C3-A10D-0153-B703-0ECF7F5EE32C}"/>
          </ac:picMkLst>
        </pc:picChg>
      </pc:sldChg>
      <pc:sldChg chg="addSp delSp modSp mod">
        <pc:chgData name="Praneeth Goud" userId="dd8d7a3f0974c4be" providerId="LiveId" clId="{2DA840B2-D8C8-4D3E-B0AB-765AF4539B58}" dt="2026-02-14T03:37:19.042" v="1291" actId="1076"/>
        <pc:sldMkLst>
          <pc:docMk/>
          <pc:sldMk cId="4042258130" sldId="267"/>
        </pc:sldMkLst>
        <pc:spChg chg="mod">
          <ac:chgData name="Praneeth Goud" userId="dd8d7a3f0974c4be" providerId="LiveId" clId="{2DA840B2-D8C8-4D3E-B0AB-765AF4539B58}" dt="2026-02-11T17:35:41.401" v="44" actId="207"/>
          <ac:spMkLst>
            <pc:docMk/>
            <pc:sldMk cId="4042258130" sldId="267"/>
            <ac:spMk id="2" creationId="{02E60197-1248-B4F2-9BD6-7C54ECD40376}"/>
          </ac:spMkLst>
        </pc:spChg>
        <pc:spChg chg="mod">
          <ac:chgData name="Praneeth Goud" userId="dd8d7a3f0974c4be" providerId="LiveId" clId="{2DA840B2-D8C8-4D3E-B0AB-765AF4539B58}" dt="2026-02-11T17:34:28.460" v="35" actId="1076"/>
          <ac:spMkLst>
            <pc:docMk/>
            <pc:sldMk cId="4042258130" sldId="267"/>
            <ac:spMk id="7" creationId="{4DE158EC-5B21-5736-34B2-5AF1635F19A7}"/>
          </ac:spMkLst>
        </pc:spChg>
        <pc:spChg chg="mod">
          <ac:chgData name="Praneeth Goud" userId="dd8d7a3f0974c4be" providerId="LiveId" clId="{2DA840B2-D8C8-4D3E-B0AB-765AF4539B58}" dt="2026-02-11T17:35:08.202" v="42" actId="1076"/>
          <ac:spMkLst>
            <pc:docMk/>
            <pc:sldMk cId="4042258130" sldId="267"/>
            <ac:spMk id="8" creationId="{A8CA0C7F-6F61-0A52-9A0E-D311F635A7B3}"/>
          </ac:spMkLst>
        </pc:spChg>
        <pc:spChg chg="mod">
          <ac:chgData name="Praneeth Goud" userId="dd8d7a3f0974c4be" providerId="LiveId" clId="{2DA840B2-D8C8-4D3E-B0AB-765AF4539B58}" dt="2026-02-11T17:35:58.126" v="46" actId="14100"/>
          <ac:spMkLst>
            <pc:docMk/>
            <pc:sldMk cId="4042258130" sldId="267"/>
            <ac:spMk id="14" creationId="{C2C56F96-C6E6-CCBA-74F5-4B73B56C67A1}"/>
          </ac:spMkLst>
        </pc:spChg>
        <pc:spChg chg="mod">
          <ac:chgData name="Praneeth Goud" userId="dd8d7a3f0974c4be" providerId="LiveId" clId="{2DA840B2-D8C8-4D3E-B0AB-765AF4539B58}" dt="2026-02-11T17:35:55.162" v="45" actId="1076"/>
          <ac:spMkLst>
            <pc:docMk/>
            <pc:sldMk cId="4042258130" sldId="267"/>
            <ac:spMk id="15" creationId="{E83453EF-B1E8-FC27-8026-D1E761B8913A}"/>
          </ac:spMkLst>
        </pc:spChg>
        <pc:spChg chg="mod">
          <ac:chgData name="Praneeth Goud" userId="dd8d7a3f0974c4be" providerId="LiveId" clId="{2DA840B2-D8C8-4D3E-B0AB-765AF4539B58}" dt="2026-02-14T03:37:19.042" v="1291" actId="1076"/>
          <ac:spMkLst>
            <pc:docMk/>
            <pc:sldMk cId="4042258130" sldId="267"/>
            <ac:spMk id="16" creationId="{59F86BBC-F68E-9E76-28FB-0823E08152A0}"/>
          </ac:spMkLst>
        </pc:spChg>
        <pc:picChg chg="mod">
          <ac:chgData name="Praneeth Goud" userId="dd8d7a3f0974c4be" providerId="LiveId" clId="{2DA840B2-D8C8-4D3E-B0AB-765AF4539B58}" dt="2026-02-11T17:34:35.622" v="37" actId="1076"/>
          <ac:picMkLst>
            <pc:docMk/>
            <pc:sldMk cId="4042258130" sldId="267"/>
            <ac:picMk id="5" creationId="{83A95DBC-A6A0-F750-EBF2-B4CCDF186BFF}"/>
          </ac:picMkLst>
        </pc:picChg>
        <pc:picChg chg="mod">
          <ac:chgData name="Praneeth Goud" userId="dd8d7a3f0974c4be" providerId="LiveId" clId="{2DA840B2-D8C8-4D3E-B0AB-765AF4539B58}" dt="2026-02-12T06:04:26.488" v="581" actId="1076"/>
          <ac:picMkLst>
            <pc:docMk/>
            <pc:sldMk cId="4042258130" sldId="267"/>
            <ac:picMk id="9" creationId="{723332AF-50B6-3089-4737-A6EBAB783EC9}"/>
          </ac:picMkLst>
        </pc:picChg>
      </pc:sldChg>
      <pc:sldChg chg="addSp delSp modSp mod">
        <pc:chgData name="Praneeth Goud" userId="dd8d7a3f0974c4be" providerId="LiveId" clId="{2DA840B2-D8C8-4D3E-B0AB-765AF4539B58}" dt="2026-02-13T13:37:17.928" v="1272" actId="14100"/>
        <pc:sldMkLst>
          <pc:docMk/>
          <pc:sldMk cId="1612566981" sldId="268"/>
        </pc:sldMkLst>
        <pc:spChg chg="mod">
          <ac:chgData name="Praneeth Goud" userId="dd8d7a3f0974c4be" providerId="LiveId" clId="{2DA840B2-D8C8-4D3E-B0AB-765AF4539B58}" dt="2026-02-11T17:36:50.298" v="53" actId="207"/>
          <ac:spMkLst>
            <pc:docMk/>
            <pc:sldMk cId="1612566981" sldId="268"/>
            <ac:spMk id="2" creationId="{4E9AEE7C-009E-53A5-69A8-20E264498B6C}"/>
          </ac:spMkLst>
        </pc:spChg>
        <pc:spChg chg="mod">
          <ac:chgData name="Praneeth Goud" userId="dd8d7a3f0974c4be" providerId="LiveId" clId="{2DA840B2-D8C8-4D3E-B0AB-765AF4539B58}" dt="2026-02-11T17:36:54.484" v="54" actId="1076"/>
          <ac:spMkLst>
            <pc:docMk/>
            <pc:sldMk cId="1612566981" sldId="268"/>
            <ac:spMk id="7" creationId="{A03BD28D-6FAE-8F80-E4E9-24F0BD664509}"/>
          </ac:spMkLst>
        </pc:spChg>
        <pc:spChg chg="mod">
          <ac:chgData name="Praneeth Goud" userId="dd8d7a3f0974c4be" providerId="LiveId" clId="{2DA840B2-D8C8-4D3E-B0AB-765AF4539B58}" dt="2026-02-11T17:37:22.602" v="59" actId="1076"/>
          <ac:spMkLst>
            <pc:docMk/>
            <pc:sldMk cId="1612566981" sldId="268"/>
            <ac:spMk id="8" creationId="{3B8756AB-4546-9034-CF27-4A2E284DD2CB}"/>
          </ac:spMkLst>
        </pc:spChg>
        <pc:spChg chg="mod">
          <ac:chgData name="Praneeth Goud" userId="dd8d7a3f0974c4be" providerId="LiveId" clId="{2DA840B2-D8C8-4D3E-B0AB-765AF4539B58}" dt="2026-02-13T13:29:48.763" v="1269" actId="14100"/>
          <ac:spMkLst>
            <pc:docMk/>
            <pc:sldMk cId="1612566981" sldId="268"/>
            <ac:spMk id="14" creationId="{551DB59D-6F0A-CA62-EB8B-E133DD5C60D0}"/>
          </ac:spMkLst>
        </pc:spChg>
        <pc:spChg chg="mod">
          <ac:chgData name="Praneeth Goud" userId="dd8d7a3f0974c4be" providerId="LiveId" clId="{2DA840B2-D8C8-4D3E-B0AB-765AF4539B58}" dt="2026-02-11T17:33:32.324" v="26" actId="1076"/>
          <ac:spMkLst>
            <pc:docMk/>
            <pc:sldMk cId="1612566981" sldId="268"/>
            <ac:spMk id="15" creationId="{695F487B-498D-7E01-6D59-6D74D1E0A05B}"/>
          </ac:spMkLst>
        </pc:spChg>
        <pc:picChg chg="add mod">
          <ac:chgData name="Praneeth Goud" userId="dd8d7a3f0974c4be" providerId="LiveId" clId="{2DA840B2-D8C8-4D3E-B0AB-765AF4539B58}" dt="2026-02-13T13:37:17.928" v="1272" actId="14100"/>
          <ac:picMkLst>
            <pc:docMk/>
            <pc:sldMk cId="1612566981" sldId="268"/>
            <ac:picMk id="6" creationId="{CB8E411E-7109-42EA-5256-0DCBA26A5A83}"/>
          </ac:picMkLst>
        </pc:picChg>
        <pc:picChg chg="add mod">
          <ac:chgData name="Praneeth Goud" userId="dd8d7a3f0974c4be" providerId="LiveId" clId="{2DA840B2-D8C8-4D3E-B0AB-765AF4539B58}" dt="2026-02-11T17:37:29.083" v="61" actId="1076"/>
          <ac:picMkLst>
            <pc:docMk/>
            <pc:sldMk cId="1612566981" sldId="268"/>
            <ac:picMk id="11" creationId="{C50CB628-A290-AB8F-F0B1-4504FF08E3A7}"/>
          </ac:picMkLst>
        </pc:picChg>
      </pc:sldChg>
      <pc:sldChg chg="addSp delSp modSp add mod">
        <pc:chgData name="Praneeth Goud" userId="dd8d7a3f0974c4be" providerId="LiveId" clId="{2DA840B2-D8C8-4D3E-B0AB-765AF4539B58}" dt="2026-02-11T17:53:24.024" v="132" actId="14100"/>
        <pc:sldMkLst>
          <pc:docMk/>
          <pc:sldMk cId="661213016" sldId="269"/>
        </pc:sldMkLst>
        <pc:spChg chg="mod">
          <ac:chgData name="Praneeth Goud" userId="dd8d7a3f0974c4be" providerId="LiveId" clId="{2DA840B2-D8C8-4D3E-B0AB-765AF4539B58}" dt="2026-02-11T17:45:58.994" v="93"/>
          <ac:spMkLst>
            <pc:docMk/>
            <pc:sldMk cId="661213016" sldId="269"/>
            <ac:spMk id="2" creationId="{0576446D-02FC-1B1E-59B5-C664AA5213AC}"/>
          </ac:spMkLst>
        </pc:spChg>
        <pc:spChg chg="mod">
          <ac:chgData name="Praneeth Goud" userId="dd8d7a3f0974c4be" providerId="LiveId" clId="{2DA840B2-D8C8-4D3E-B0AB-765AF4539B58}" dt="2026-02-11T17:48:33.191" v="117" actId="1076"/>
          <ac:spMkLst>
            <pc:docMk/>
            <pc:sldMk cId="661213016" sldId="269"/>
            <ac:spMk id="7" creationId="{68C8539A-8EC4-EE2B-9438-DBE55BA3B916}"/>
          </ac:spMkLst>
        </pc:spChg>
        <pc:spChg chg="mod">
          <ac:chgData name="Praneeth Goud" userId="dd8d7a3f0974c4be" providerId="LiveId" clId="{2DA840B2-D8C8-4D3E-B0AB-765AF4539B58}" dt="2026-02-11T17:48:46.414" v="119" actId="1076"/>
          <ac:spMkLst>
            <pc:docMk/>
            <pc:sldMk cId="661213016" sldId="269"/>
            <ac:spMk id="8" creationId="{A5B14495-A048-BC3F-E5DF-F836FFBA2B25}"/>
          </ac:spMkLst>
        </pc:spChg>
        <pc:spChg chg="add mod">
          <ac:chgData name="Praneeth Goud" userId="dd8d7a3f0974c4be" providerId="LiveId" clId="{2DA840B2-D8C8-4D3E-B0AB-765AF4539B58}" dt="2026-02-11T17:48:41.560" v="118" actId="1076"/>
          <ac:spMkLst>
            <pc:docMk/>
            <pc:sldMk cId="661213016" sldId="269"/>
            <ac:spMk id="10" creationId="{94F5716E-708C-2849-FAEA-10D81AB47914}"/>
          </ac:spMkLst>
        </pc:spChg>
        <pc:spChg chg="mod">
          <ac:chgData name="Praneeth Goud" userId="dd8d7a3f0974c4be" providerId="LiveId" clId="{2DA840B2-D8C8-4D3E-B0AB-765AF4539B58}" dt="2026-02-11T17:53:24.024" v="132" actId="14100"/>
          <ac:spMkLst>
            <pc:docMk/>
            <pc:sldMk cId="661213016" sldId="269"/>
            <ac:spMk id="14" creationId="{6C0E68BA-2903-46A7-C3A9-3D59C4D80493}"/>
          </ac:spMkLst>
        </pc:spChg>
        <pc:spChg chg="mod">
          <ac:chgData name="Praneeth Goud" userId="dd8d7a3f0974c4be" providerId="LiveId" clId="{2DA840B2-D8C8-4D3E-B0AB-765AF4539B58}" dt="2026-02-11T17:52:27.943" v="124" actId="1076"/>
          <ac:spMkLst>
            <pc:docMk/>
            <pc:sldMk cId="661213016" sldId="269"/>
            <ac:spMk id="15" creationId="{81681073-02CC-4159-BA2A-24C8C1AD118A}"/>
          </ac:spMkLst>
        </pc:spChg>
        <pc:picChg chg="add mod">
          <ac:chgData name="Praneeth Goud" userId="dd8d7a3f0974c4be" providerId="LiveId" clId="{2DA840B2-D8C8-4D3E-B0AB-765AF4539B58}" dt="2026-02-11T17:48:02.807" v="113" actId="14100"/>
          <ac:picMkLst>
            <pc:docMk/>
            <pc:sldMk cId="661213016" sldId="269"/>
            <ac:picMk id="4" creationId="{91A30BB6-5AF0-36EB-D9FE-792BCE1B856B}"/>
          </ac:picMkLst>
        </pc:picChg>
        <pc:picChg chg="add mod">
          <ac:chgData name="Praneeth Goud" userId="dd8d7a3f0974c4be" providerId="LiveId" clId="{2DA840B2-D8C8-4D3E-B0AB-765AF4539B58}" dt="2026-02-11T17:52:31.570" v="125" actId="14100"/>
          <ac:picMkLst>
            <pc:docMk/>
            <pc:sldMk cId="661213016" sldId="269"/>
            <ac:picMk id="9" creationId="{0B33DCF4-3808-2165-4764-0DB26DCE4BB6}"/>
          </ac:picMkLst>
        </pc:picChg>
      </pc:sldChg>
      <pc:sldChg chg="modSp add mod">
        <pc:chgData name="Praneeth Goud" userId="dd8d7a3f0974c4be" providerId="LiveId" clId="{2DA840B2-D8C8-4D3E-B0AB-765AF4539B58}" dt="2026-02-11T18:32:32.471" v="198" actId="1076"/>
        <pc:sldMkLst>
          <pc:docMk/>
          <pc:sldMk cId="3750193139" sldId="271"/>
        </pc:sldMkLst>
        <pc:spChg chg="mod">
          <ac:chgData name="Praneeth Goud" userId="dd8d7a3f0974c4be" providerId="LiveId" clId="{2DA840B2-D8C8-4D3E-B0AB-765AF4539B58}" dt="2026-02-11T18:32:32.471" v="198" actId="1076"/>
          <ac:spMkLst>
            <pc:docMk/>
            <pc:sldMk cId="3750193139" sldId="271"/>
            <ac:spMk id="15" creationId="{9A80B1DC-752F-3E85-1E70-EB80FBFF8329}"/>
          </ac:spMkLst>
        </pc:spChg>
      </pc:sldChg>
      <pc:sldChg chg="addSp delSp modSp add mod">
        <pc:chgData name="Praneeth Goud" userId="dd8d7a3f0974c4be" providerId="LiveId" clId="{2DA840B2-D8C8-4D3E-B0AB-765AF4539B58}" dt="2026-02-14T01:57:54.990" v="1280" actId="1076"/>
        <pc:sldMkLst>
          <pc:docMk/>
          <pc:sldMk cId="1496835965" sldId="272"/>
        </pc:sldMkLst>
        <pc:spChg chg="mod">
          <ac:chgData name="Praneeth Goud" userId="dd8d7a3f0974c4be" providerId="LiveId" clId="{2DA840B2-D8C8-4D3E-B0AB-765AF4539B58}" dt="2026-02-11T18:26:08.794" v="162" actId="14100"/>
          <ac:spMkLst>
            <pc:docMk/>
            <pc:sldMk cId="1496835965" sldId="272"/>
            <ac:spMk id="2" creationId="{F55D8796-026F-02F4-CF43-50F5888F6C14}"/>
          </ac:spMkLst>
        </pc:spChg>
        <pc:spChg chg="mod">
          <ac:chgData name="Praneeth Goud" userId="dd8d7a3f0974c4be" providerId="LiveId" clId="{2DA840B2-D8C8-4D3E-B0AB-765AF4539B58}" dt="2026-02-11T18:26:19.728" v="163" actId="1076"/>
          <ac:spMkLst>
            <pc:docMk/>
            <pc:sldMk cId="1496835965" sldId="272"/>
            <ac:spMk id="7" creationId="{D391C742-B9D1-4E0E-A20E-C73B0C630F40}"/>
          </ac:spMkLst>
        </pc:spChg>
        <pc:spChg chg="mod">
          <ac:chgData name="Praneeth Goud" userId="dd8d7a3f0974c4be" providerId="LiveId" clId="{2DA840B2-D8C8-4D3E-B0AB-765AF4539B58}" dt="2026-02-11T18:29:04.740" v="184" actId="1076"/>
          <ac:spMkLst>
            <pc:docMk/>
            <pc:sldMk cId="1496835965" sldId="272"/>
            <ac:spMk id="8" creationId="{6D809013-E011-EACD-AEA7-C9EAD8FBC441}"/>
          </ac:spMkLst>
        </pc:spChg>
        <pc:spChg chg="mod">
          <ac:chgData name="Praneeth Goud" userId="dd8d7a3f0974c4be" providerId="LiveId" clId="{2DA840B2-D8C8-4D3E-B0AB-765AF4539B58}" dt="2026-02-14T01:57:50.434" v="1279" actId="1076"/>
          <ac:spMkLst>
            <pc:docMk/>
            <pc:sldMk cId="1496835965" sldId="272"/>
            <ac:spMk id="14" creationId="{72B21FAD-9FC8-D515-C6E1-60A0CA54BC99}"/>
          </ac:spMkLst>
        </pc:spChg>
        <pc:spChg chg="mod">
          <ac:chgData name="Praneeth Goud" userId="dd8d7a3f0974c4be" providerId="LiveId" clId="{2DA840B2-D8C8-4D3E-B0AB-765AF4539B58}" dt="2026-02-14T01:57:54.990" v="1280" actId="1076"/>
          <ac:spMkLst>
            <pc:docMk/>
            <pc:sldMk cId="1496835965" sldId="272"/>
            <ac:spMk id="15" creationId="{B09E49A7-C0E3-5A78-938D-572C8DB07B31}"/>
          </ac:spMkLst>
        </pc:spChg>
        <pc:picChg chg="add mod">
          <ac:chgData name="Praneeth Goud" userId="dd8d7a3f0974c4be" providerId="LiveId" clId="{2DA840B2-D8C8-4D3E-B0AB-765AF4539B58}" dt="2026-02-11T18:31:56.151" v="195" actId="14100"/>
          <ac:picMkLst>
            <pc:docMk/>
            <pc:sldMk cId="1496835965" sldId="272"/>
            <ac:picMk id="13" creationId="{4D06E4B4-0059-4C03-FBCD-4DC3CE59D85B}"/>
          </ac:picMkLst>
        </pc:picChg>
        <pc:picChg chg="add mod">
          <ac:chgData name="Praneeth Goud" userId="dd8d7a3f0974c4be" providerId="LiveId" clId="{2DA840B2-D8C8-4D3E-B0AB-765AF4539B58}" dt="2026-02-11T18:31:41.621" v="191" actId="14100"/>
          <ac:picMkLst>
            <pc:docMk/>
            <pc:sldMk cId="1496835965" sldId="272"/>
            <ac:picMk id="19" creationId="{44FCA485-0E52-E401-53F0-64F2408C49E2}"/>
          </ac:picMkLst>
        </pc:picChg>
      </pc:sldChg>
      <pc:sldChg chg="addSp delSp modSp add mod">
        <pc:chgData name="Praneeth Goud" userId="dd8d7a3f0974c4be" providerId="LiveId" clId="{2DA840B2-D8C8-4D3E-B0AB-765AF4539B58}" dt="2026-02-13T16:56:38.836" v="1277" actId="14100"/>
        <pc:sldMkLst>
          <pc:docMk/>
          <pc:sldMk cId="30157476" sldId="273"/>
        </pc:sldMkLst>
        <pc:spChg chg="mod">
          <ac:chgData name="Praneeth Goud" userId="dd8d7a3f0974c4be" providerId="LiveId" clId="{2DA840B2-D8C8-4D3E-B0AB-765AF4539B58}" dt="2026-02-12T01:46:51.988" v="202" actId="20577"/>
          <ac:spMkLst>
            <pc:docMk/>
            <pc:sldMk cId="30157476" sldId="273"/>
            <ac:spMk id="2" creationId="{2D68F05F-1653-CF22-6D55-306FB61E548D}"/>
          </ac:spMkLst>
        </pc:spChg>
        <pc:spChg chg="mod">
          <ac:chgData name="Praneeth Goud" userId="dd8d7a3f0974c4be" providerId="LiveId" clId="{2DA840B2-D8C8-4D3E-B0AB-765AF4539B58}" dt="2026-02-12T01:47:58.906" v="215" actId="1076"/>
          <ac:spMkLst>
            <pc:docMk/>
            <pc:sldMk cId="30157476" sldId="273"/>
            <ac:spMk id="7" creationId="{D94E44FD-D8D3-3C64-64DA-22B2319F7F37}"/>
          </ac:spMkLst>
        </pc:spChg>
        <pc:spChg chg="mod">
          <ac:chgData name="Praneeth Goud" userId="dd8d7a3f0974c4be" providerId="LiveId" clId="{2DA840B2-D8C8-4D3E-B0AB-765AF4539B58}" dt="2026-02-12T01:47:49.357" v="213" actId="1076"/>
          <ac:spMkLst>
            <pc:docMk/>
            <pc:sldMk cId="30157476" sldId="273"/>
            <ac:spMk id="8" creationId="{530F0384-08CD-4042-A949-3E4F18F31A5D}"/>
          </ac:spMkLst>
        </pc:spChg>
        <pc:spChg chg="mod">
          <ac:chgData name="Praneeth Goud" userId="dd8d7a3f0974c4be" providerId="LiveId" clId="{2DA840B2-D8C8-4D3E-B0AB-765AF4539B58}" dt="2026-02-13T16:56:38.836" v="1277" actId="14100"/>
          <ac:spMkLst>
            <pc:docMk/>
            <pc:sldMk cId="30157476" sldId="273"/>
            <ac:spMk id="14" creationId="{69867303-98C1-9653-312B-FCE7BA64B8FA}"/>
          </ac:spMkLst>
        </pc:spChg>
        <pc:picChg chg="add mod">
          <ac:chgData name="Praneeth Goud" userId="dd8d7a3f0974c4be" providerId="LiveId" clId="{2DA840B2-D8C8-4D3E-B0AB-765AF4539B58}" dt="2026-02-12T01:58:24.535" v="218" actId="14100"/>
          <ac:picMkLst>
            <pc:docMk/>
            <pc:sldMk cId="30157476" sldId="273"/>
            <ac:picMk id="4" creationId="{4C41625A-9CC9-44FF-E6D7-357CCAE3DB75}"/>
          </ac:picMkLst>
        </pc:picChg>
        <pc:picChg chg="add mod">
          <ac:chgData name="Praneeth Goud" userId="dd8d7a3f0974c4be" providerId="LiveId" clId="{2DA840B2-D8C8-4D3E-B0AB-765AF4539B58}" dt="2026-02-12T01:47:44.409" v="212" actId="1076"/>
          <ac:picMkLst>
            <pc:docMk/>
            <pc:sldMk cId="30157476" sldId="273"/>
            <ac:picMk id="6" creationId="{96EA9BBA-FA2A-01B8-CC51-A851F591F52D}"/>
          </ac:picMkLst>
        </pc:picChg>
      </pc:sldChg>
      <pc:sldChg chg="addSp delSp modSp add mod">
        <pc:chgData name="Praneeth Goud" userId="dd8d7a3f0974c4be" providerId="LiveId" clId="{2DA840B2-D8C8-4D3E-B0AB-765AF4539B58}" dt="2026-02-12T02:13:03.046" v="243" actId="1076"/>
        <pc:sldMkLst>
          <pc:docMk/>
          <pc:sldMk cId="2008713263" sldId="274"/>
        </pc:sldMkLst>
        <pc:spChg chg="mod">
          <ac:chgData name="Praneeth Goud" userId="dd8d7a3f0974c4be" providerId="LiveId" clId="{2DA840B2-D8C8-4D3E-B0AB-765AF4539B58}" dt="2026-02-12T02:10:50.107" v="220"/>
          <ac:spMkLst>
            <pc:docMk/>
            <pc:sldMk cId="2008713263" sldId="274"/>
            <ac:spMk id="2" creationId="{48665957-B946-4B32-CE4F-00D35070FC1C}"/>
          </ac:spMkLst>
        </pc:spChg>
        <pc:spChg chg="mod">
          <ac:chgData name="Praneeth Goud" userId="dd8d7a3f0974c4be" providerId="LiveId" clId="{2DA840B2-D8C8-4D3E-B0AB-765AF4539B58}" dt="2026-02-12T02:12:35.987" v="238" actId="1076"/>
          <ac:spMkLst>
            <pc:docMk/>
            <pc:sldMk cId="2008713263" sldId="274"/>
            <ac:spMk id="7" creationId="{1425BFC4-CF2D-7E14-C025-3998A7B25E64}"/>
          </ac:spMkLst>
        </pc:spChg>
        <pc:spChg chg="mod">
          <ac:chgData name="Praneeth Goud" userId="dd8d7a3f0974c4be" providerId="LiveId" clId="{2DA840B2-D8C8-4D3E-B0AB-765AF4539B58}" dt="2026-02-12T02:12:50.647" v="241" actId="1076"/>
          <ac:spMkLst>
            <pc:docMk/>
            <pc:sldMk cId="2008713263" sldId="274"/>
            <ac:spMk id="14" creationId="{2E131DAE-D155-BC83-B40F-8E4E6E999FC8}"/>
          </ac:spMkLst>
        </pc:spChg>
        <pc:spChg chg="mod">
          <ac:chgData name="Praneeth Goud" userId="dd8d7a3f0974c4be" providerId="LiveId" clId="{2DA840B2-D8C8-4D3E-B0AB-765AF4539B58}" dt="2026-02-12T02:13:03.046" v="243" actId="1076"/>
          <ac:spMkLst>
            <pc:docMk/>
            <pc:sldMk cId="2008713263" sldId="274"/>
            <ac:spMk id="15" creationId="{9DE26D33-1747-04CE-1A2D-9A0022EFF9DD}"/>
          </ac:spMkLst>
        </pc:spChg>
        <pc:picChg chg="add mod">
          <ac:chgData name="Praneeth Goud" userId="dd8d7a3f0974c4be" providerId="LiveId" clId="{2DA840B2-D8C8-4D3E-B0AB-765AF4539B58}" dt="2026-02-12T02:12:56.049" v="242" actId="1076"/>
          <ac:picMkLst>
            <pc:docMk/>
            <pc:sldMk cId="2008713263" sldId="274"/>
            <ac:picMk id="5" creationId="{D46817B5-2B4F-09B6-8A4E-4B40CD889C3F}"/>
          </ac:picMkLst>
        </pc:picChg>
        <pc:picChg chg="add mod">
          <ac:chgData name="Praneeth Goud" userId="dd8d7a3f0974c4be" providerId="LiveId" clId="{2DA840B2-D8C8-4D3E-B0AB-765AF4539B58}" dt="2026-02-12T02:11:54.021" v="231" actId="14100"/>
          <ac:picMkLst>
            <pc:docMk/>
            <pc:sldMk cId="2008713263" sldId="274"/>
            <ac:picMk id="10" creationId="{D9450D9B-E182-D71D-63B4-023504A5B3E2}"/>
          </ac:picMkLst>
        </pc:picChg>
      </pc:sldChg>
      <pc:sldChg chg="addSp delSp modSp add mod">
        <pc:chgData name="Praneeth Goud" userId="dd8d7a3f0974c4be" providerId="LiveId" clId="{2DA840B2-D8C8-4D3E-B0AB-765AF4539B58}" dt="2026-02-12T06:04:33.695" v="582" actId="14100"/>
        <pc:sldMkLst>
          <pc:docMk/>
          <pc:sldMk cId="2093457817" sldId="275"/>
        </pc:sldMkLst>
        <pc:spChg chg="mod">
          <ac:chgData name="Praneeth Goud" userId="dd8d7a3f0974c4be" providerId="LiveId" clId="{2DA840B2-D8C8-4D3E-B0AB-765AF4539B58}" dt="2026-02-12T02:17:40.933" v="250"/>
          <ac:spMkLst>
            <pc:docMk/>
            <pc:sldMk cId="2093457817" sldId="275"/>
            <ac:spMk id="2" creationId="{DA7EB372-126C-2C81-5F04-0E1DA073DC9A}"/>
          </ac:spMkLst>
        </pc:spChg>
        <pc:spChg chg="mod">
          <ac:chgData name="Praneeth Goud" userId="dd8d7a3f0974c4be" providerId="LiveId" clId="{2DA840B2-D8C8-4D3E-B0AB-765AF4539B58}" dt="2026-02-12T02:19:10.864" v="268" actId="1076"/>
          <ac:spMkLst>
            <pc:docMk/>
            <pc:sldMk cId="2093457817" sldId="275"/>
            <ac:spMk id="8" creationId="{4AC43D0F-3ACF-67B3-1C85-CE7B80521E89}"/>
          </ac:spMkLst>
        </pc:spChg>
        <pc:spChg chg="mod">
          <ac:chgData name="Praneeth Goud" userId="dd8d7a3f0974c4be" providerId="LiveId" clId="{2DA840B2-D8C8-4D3E-B0AB-765AF4539B58}" dt="2026-02-12T02:20:53.218" v="274" actId="12"/>
          <ac:spMkLst>
            <pc:docMk/>
            <pc:sldMk cId="2093457817" sldId="275"/>
            <ac:spMk id="14" creationId="{2746ABF8-2E76-421B-AC3B-E06ACF322AF9}"/>
          </ac:spMkLst>
        </pc:spChg>
        <pc:spChg chg="mod">
          <ac:chgData name="Praneeth Goud" userId="dd8d7a3f0974c4be" providerId="LiveId" clId="{2DA840B2-D8C8-4D3E-B0AB-765AF4539B58}" dt="2026-02-12T02:20:57.391" v="275" actId="1076"/>
          <ac:spMkLst>
            <pc:docMk/>
            <pc:sldMk cId="2093457817" sldId="275"/>
            <ac:spMk id="15" creationId="{18DDA436-E83D-9A51-EA54-C023BA8E7B1F}"/>
          </ac:spMkLst>
        </pc:spChg>
        <pc:picChg chg="add mod">
          <ac:chgData name="Praneeth Goud" userId="dd8d7a3f0974c4be" providerId="LiveId" clId="{2DA840B2-D8C8-4D3E-B0AB-765AF4539B58}" dt="2026-02-12T02:19:14.715" v="269" actId="14100"/>
          <ac:picMkLst>
            <pc:docMk/>
            <pc:sldMk cId="2093457817" sldId="275"/>
            <ac:picMk id="4" creationId="{765234D8-FEF0-9AC9-50C2-C05502C30EB3}"/>
          </ac:picMkLst>
        </pc:picChg>
        <pc:picChg chg="add mod">
          <ac:chgData name="Praneeth Goud" userId="dd8d7a3f0974c4be" providerId="LiveId" clId="{2DA840B2-D8C8-4D3E-B0AB-765AF4539B58}" dt="2026-02-12T06:04:33.695" v="582" actId="14100"/>
          <ac:picMkLst>
            <pc:docMk/>
            <pc:sldMk cId="2093457817" sldId="275"/>
            <ac:picMk id="10" creationId="{411AD651-303F-DEBF-5BA8-41863F33406A}"/>
          </ac:picMkLst>
        </pc:picChg>
      </pc:sldChg>
      <pc:sldChg chg="addSp delSp modSp add mod">
        <pc:chgData name="Praneeth Goud" userId="dd8d7a3f0974c4be" providerId="LiveId" clId="{2DA840B2-D8C8-4D3E-B0AB-765AF4539B58}" dt="2026-02-12T02:35:14.233" v="307" actId="1076"/>
        <pc:sldMkLst>
          <pc:docMk/>
          <pc:sldMk cId="1296031094" sldId="276"/>
        </pc:sldMkLst>
        <pc:spChg chg="mod">
          <ac:chgData name="Praneeth Goud" userId="dd8d7a3f0974c4be" providerId="LiveId" clId="{2DA840B2-D8C8-4D3E-B0AB-765AF4539B58}" dt="2026-02-12T02:27:53.359" v="298" actId="1076"/>
          <ac:spMkLst>
            <pc:docMk/>
            <pc:sldMk cId="1296031094" sldId="276"/>
            <ac:spMk id="2" creationId="{2C3B2C38-D3E4-5580-796F-0E3FBD76DD08}"/>
          </ac:spMkLst>
        </pc:spChg>
        <pc:spChg chg="mod">
          <ac:chgData name="Praneeth Goud" userId="dd8d7a3f0974c4be" providerId="LiveId" clId="{2DA840B2-D8C8-4D3E-B0AB-765AF4539B58}" dt="2026-02-12T02:28:00.455" v="299" actId="1076"/>
          <ac:spMkLst>
            <pc:docMk/>
            <pc:sldMk cId="1296031094" sldId="276"/>
            <ac:spMk id="7" creationId="{00485DEF-455B-19F3-B432-5DD1F97FB8F9}"/>
          </ac:spMkLst>
        </pc:spChg>
        <pc:spChg chg="mod">
          <ac:chgData name="Praneeth Goud" userId="dd8d7a3f0974c4be" providerId="LiveId" clId="{2DA840B2-D8C8-4D3E-B0AB-765AF4539B58}" dt="2026-02-12T02:26:49.168" v="290" actId="1076"/>
          <ac:spMkLst>
            <pc:docMk/>
            <pc:sldMk cId="1296031094" sldId="276"/>
            <ac:spMk id="8" creationId="{CBC64A11-8A04-3BBF-2A0C-8527103557E1}"/>
          </ac:spMkLst>
        </pc:spChg>
        <pc:spChg chg="mod">
          <ac:chgData name="Praneeth Goud" userId="dd8d7a3f0974c4be" providerId="LiveId" clId="{2DA840B2-D8C8-4D3E-B0AB-765AF4539B58}" dt="2026-02-12T02:35:07.642" v="306" actId="1076"/>
          <ac:spMkLst>
            <pc:docMk/>
            <pc:sldMk cId="1296031094" sldId="276"/>
            <ac:spMk id="14" creationId="{841DFF03-32AC-0931-1FAE-DC79BBB5A765}"/>
          </ac:spMkLst>
        </pc:spChg>
        <pc:spChg chg="mod">
          <ac:chgData name="Praneeth Goud" userId="dd8d7a3f0974c4be" providerId="LiveId" clId="{2DA840B2-D8C8-4D3E-B0AB-765AF4539B58}" dt="2026-02-12T02:35:14.233" v="307" actId="1076"/>
          <ac:spMkLst>
            <pc:docMk/>
            <pc:sldMk cId="1296031094" sldId="276"/>
            <ac:spMk id="15" creationId="{97A1B658-CEDE-B6ED-2158-AD41691F7A78}"/>
          </ac:spMkLst>
        </pc:spChg>
        <pc:picChg chg="add mod">
          <ac:chgData name="Praneeth Goud" userId="dd8d7a3f0974c4be" providerId="LiveId" clId="{2DA840B2-D8C8-4D3E-B0AB-765AF4539B58}" dt="2026-02-12T02:26:42.274" v="289" actId="1076"/>
          <ac:picMkLst>
            <pc:docMk/>
            <pc:sldMk cId="1296031094" sldId="276"/>
            <ac:picMk id="4" creationId="{5668BA13-810D-D137-389B-6F6BCB544FD5}"/>
          </ac:picMkLst>
        </pc:picChg>
        <pc:picChg chg="add mod">
          <ac:chgData name="Praneeth Goud" userId="dd8d7a3f0974c4be" providerId="LiveId" clId="{2DA840B2-D8C8-4D3E-B0AB-765AF4539B58}" dt="2026-02-12T02:26:56.471" v="293" actId="14100"/>
          <ac:picMkLst>
            <pc:docMk/>
            <pc:sldMk cId="1296031094" sldId="276"/>
            <ac:picMk id="9" creationId="{272CACDC-BB37-41CE-0492-B92BD66A9ADE}"/>
          </ac:picMkLst>
        </pc:picChg>
      </pc:sldChg>
      <pc:sldChg chg="addSp delSp modSp add mod">
        <pc:chgData name="Praneeth Goud" userId="dd8d7a3f0974c4be" providerId="LiveId" clId="{2DA840B2-D8C8-4D3E-B0AB-765AF4539B58}" dt="2026-02-12T02:38:45.948" v="327" actId="1076"/>
        <pc:sldMkLst>
          <pc:docMk/>
          <pc:sldMk cId="2147142120" sldId="277"/>
        </pc:sldMkLst>
        <pc:spChg chg="mod">
          <ac:chgData name="Praneeth Goud" userId="dd8d7a3f0974c4be" providerId="LiveId" clId="{2DA840B2-D8C8-4D3E-B0AB-765AF4539B58}" dt="2026-02-12T02:35:44.189" v="310" actId="1076"/>
          <ac:spMkLst>
            <pc:docMk/>
            <pc:sldMk cId="2147142120" sldId="277"/>
            <ac:spMk id="2" creationId="{BE3D03FC-4A62-FD02-249E-6F5B82436170}"/>
          </ac:spMkLst>
        </pc:spChg>
        <pc:spChg chg="mod">
          <ac:chgData name="Praneeth Goud" userId="dd8d7a3f0974c4be" providerId="LiveId" clId="{2DA840B2-D8C8-4D3E-B0AB-765AF4539B58}" dt="2026-02-12T02:38:45.948" v="327" actId="1076"/>
          <ac:spMkLst>
            <pc:docMk/>
            <pc:sldMk cId="2147142120" sldId="277"/>
            <ac:spMk id="8" creationId="{53485B15-9DF3-DD73-B28D-2652AE2F5957}"/>
          </ac:spMkLst>
        </pc:spChg>
        <pc:spChg chg="mod">
          <ac:chgData name="Praneeth Goud" userId="dd8d7a3f0974c4be" providerId="LiveId" clId="{2DA840B2-D8C8-4D3E-B0AB-765AF4539B58}" dt="2026-02-12T02:38:30.467" v="325" actId="14100"/>
          <ac:spMkLst>
            <pc:docMk/>
            <pc:sldMk cId="2147142120" sldId="277"/>
            <ac:spMk id="14" creationId="{70B841D1-FF39-EB4C-3235-055ECD16ECB1}"/>
          </ac:spMkLst>
        </pc:spChg>
        <pc:picChg chg="add mod">
          <ac:chgData name="Praneeth Goud" userId="dd8d7a3f0974c4be" providerId="LiveId" clId="{2DA840B2-D8C8-4D3E-B0AB-765AF4539B58}" dt="2026-02-12T02:36:06.541" v="315" actId="14100"/>
          <ac:picMkLst>
            <pc:docMk/>
            <pc:sldMk cId="2147142120" sldId="277"/>
            <ac:picMk id="5" creationId="{A16C82D3-A48E-5873-5200-2E33B58E1CE0}"/>
          </ac:picMkLst>
        </pc:picChg>
        <pc:picChg chg="add mod">
          <ac:chgData name="Praneeth Goud" userId="dd8d7a3f0974c4be" providerId="LiveId" clId="{2DA840B2-D8C8-4D3E-B0AB-765AF4539B58}" dt="2026-02-12T02:38:41.469" v="326" actId="14100"/>
          <ac:picMkLst>
            <pc:docMk/>
            <pc:sldMk cId="2147142120" sldId="277"/>
            <ac:picMk id="10" creationId="{3E972CA4-84CC-8D57-588B-FDB27926B354}"/>
          </ac:picMkLst>
        </pc:picChg>
      </pc:sldChg>
      <pc:sldChg chg="modSp new mod">
        <pc:chgData name="Praneeth Goud" userId="dd8d7a3f0974c4be" providerId="LiveId" clId="{2DA840B2-D8C8-4D3E-B0AB-765AF4539B58}" dt="2026-02-12T13:57:19.860" v="967" actId="14100"/>
        <pc:sldMkLst>
          <pc:docMk/>
          <pc:sldMk cId="2125056643" sldId="278"/>
        </pc:sldMkLst>
        <pc:spChg chg="mod">
          <ac:chgData name="Praneeth Goud" userId="dd8d7a3f0974c4be" providerId="LiveId" clId="{2DA840B2-D8C8-4D3E-B0AB-765AF4539B58}" dt="2026-02-12T02:42:19.569" v="338" actId="1076"/>
          <ac:spMkLst>
            <pc:docMk/>
            <pc:sldMk cId="2125056643" sldId="278"/>
            <ac:spMk id="2" creationId="{65991A9C-A407-6789-6C70-31D7215DF416}"/>
          </ac:spMkLst>
        </pc:spChg>
        <pc:spChg chg="mod">
          <ac:chgData name="Praneeth Goud" userId="dd8d7a3f0974c4be" providerId="LiveId" clId="{2DA840B2-D8C8-4D3E-B0AB-765AF4539B58}" dt="2026-02-12T13:57:19.860" v="967" actId="14100"/>
          <ac:spMkLst>
            <pc:docMk/>
            <pc:sldMk cId="2125056643" sldId="278"/>
            <ac:spMk id="3" creationId="{1B517CEA-EC9B-27A0-2F12-9C4FBF6634AD}"/>
          </ac:spMkLst>
        </pc:spChg>
      </pc:sldChg>
      <pc:sldChg chg="addSp modSp new mod">
        <pc:chgData name="Praneeth Goud" userId="dd8d7a3f0974c4be" providerId="LiveId" clId="{2DA840B2-D8C8-4D3E-B0AB-765AF4539B58}" dt="2026-02-12T14:05:27.353" v="1006" actId="255"/>
        <pc:sldMkLst>
          <pc:docMk/>
          <pc:sldMk cId="3212743281" sldId="280"/>
        </pc:sldMkLst>
        <pc:spChg chg="mod">
          <ac:chgData name="Praneeth Goud" userId="dd8d7a3f0974c4be" providerId="LiveId" clId="{2DA840B2-D8C8-4D3E-B0AB-765AF4539B58}" dt="2026-02-12T05:59:10.701" v="521" actId="1076"/>
          <ac:spMkLst>
            <pc:docMk/>
            <pc:sldMk cId="3212743281" sldId="280"/>
            <ac:spMk id="2" creationId="{9EBE326F-C1D7-D436-62F9-56A7A7CA53C5}"/>
          </ac:spMkLst>
        </pc:spChg>
        <pc:spChg chg="mod">
          <ac:chgData name="Praneeth Goud" userId="dd8d7a3f0974c4be" providerId="LiveId" clId="{2DA840B2-D8C8-4D3E-B0AB-765AF4539B58}" dt="2026-02-12T14:05:27.353" v="1006" actId="255"/>
          <ac:spMkLst>
            <pc:docMk/>
            <pc:sldMk cId="3212743281" sldId="280"/>
            <ac:spMk id="3" creationId="{2819CCD4-FE84-FBBB-CF8D-4D6E7BAEFB30}"/>
          </ac:spMkLst>
        </pc:spChg>
      </pc:sldChg>
      <pc:sldChg chg="modSp new mod">
        <pc:chgData name="Praneeth Goud" userId="dd8d7a3f0974c4be" providerId="LiveId" clId="{2DA840B2-D8C8-4D3E-B0AB-765AF4539B58}" dt="2026-02-12T14:09:19.447" v="1040" actId="1076"/>
        <pc:sldMkLst>
          <pc:docMk/>
          <pc:sldMk cId="3530483526" sldId="281"/>
        </pc:sldMkLst>
        <pc:spChg chg="mod">
          <ac:chgData name="Praneeth Goud" userId="dd8d7a3f0974c4be" providerId="LiveId" clId="{2DA840B2-D8C8-4D3E-B0AB-765AF4539B58}" dt="2026-02-12T05:56:57.730" v="512" actId="1035"/>
          <ac:spMkLst>
            <pc:docMk/>
            <pc:sldMk cId="3530483526" sldId="281"/>
            <ac:spMk id="2" creationId="{D3EA95EE-463A-0875-0740-6635FD4DE4FD}"/>
          </ac:spMkLst>
        </pc:spChg>
        <pc:spChg chg="mod">
          <ac:chgData name="Praneeth Goud" userId="dd8d7a3f0974c4be" providerId="LiveId" clId="{2DA840B2-D8C8-4D3E-B0AB-765AF4539B58}" dt="2026-02-12T14:09:19.447" v="1040" actId="1076"/>
          <ac:spMkLst>
            <pc:docMk/>
            <pc:sldMk cId="3530483526" sldId="281"/>
            <ac:spMk id="3" creationId="{B68660D7-7E3E-CEEA-170D-117751D00B2B}"/>
          </ac:spMkLst>
        </pc:spChg>
      </pc:sldChg>
      <pc:sldChg chg="modSp new mod">
        <pc:chgData name="Praneeth Goud" userId="dd8d7a3f0974c4be" providerId="LiveId" clId="{2DA840B2-D8C8-4D3E-B0AB-765AF4539B58}" dt="2026-02-12T14:00:11.323" v="973" actId="20577"/>
        <pc:sldMkLst>
          <pc:docMk/>
          <pc:sldMk cId="1987437818" sldId="282"/>
        </pc:sldMkLst>
        <pc:spChg chg="mod">
          <ac:chgData name="Praneeth Goud" userId="dd8d7a3f0974c4be" providerId="LiveId" clId="{2DA840B2-D8C8-4D3E-B0AB-765AF4539B58}" dt="2026-02-12T06:00:05.147" v="531" actId="1076"/>
          <ac:spMkLst>
            <pc:docMk/>
            <pc:sldMk cId="1987437818" sldId="282"/>
            <ac:spMk id="2" creationId="{0796643C-A0AC-4587-EAA3-D8F34A85EBD3}"/>
          </ac:spMkLst>
        </pc:spChg>
        <pc:spChg chg="mod">
          <ac:chgData name="Praneeth Goud" userId="dd8d7a3f0974c4be" providerId="LiveId" clId="{2DA840B2-D8C8-4D3E-B0AB-765AF4539B58}" dt="2026-02-12T14:00:11.323" v="973" actId="20577"/>
          <ac:spMkLst>
            <pc:docMk/>
            <pc:sldMk cId="1987437818" sldId="282"/>
            <ac:spMk id="3" creationId="{F82B1C1E-D34E-807F-ED69-80F04E4F2A4C}"/>
          </ac:spMkLst>
        </pc:spChg>
      </pc:sldChg>
      <pc:sldChg chg="addSp delSp modSp new mod">
        <pc:chgData name="Praneeth Goud" userId="dd8d7a3f0974c4be" providerId="LiveId" clId="{2DA840B2-D8C8-4D3E-B0AB-765AF4539B58}" dt="2026-02-14T03:53:37.326" v="1292" actId="20577"/>
        <pc:sldMkLst>
          <pc:docMk/>
          <pc:sldMk cId="206885230" sldId="283"/>
        </pc:sldMkLst>
        <pc:spChg chg="mod">
          <ac:chgData name="Praneeth Goud" userId="dd8d7a3f0974c4be" providerId="LiveId" clId="{2DA840B2-D8C8-4D3E-B0AB-765AF4539B58}" dt="2026-02-12T14:22:16.656" v="1129" actId="1076"/>
          <ac:spMkLst>
            <pc:docMk/>
            <pc:sldMk cId="206885230" sldId="283"/>
            <ac:spMk id="2" creationId="{3F74F54F-8CA3-170B-14EF-9679B8A63D32}"/>
          </ac:spMkLst>
        </pc:spChg>
        <pc:spChg chg="add mod">
          <ac:chgData name="Praneeth Goud" userId="dd8d7a3f0974c4be" providerId="LiveId" clId="{2DA840B2-D8C8-4D3E-B0AB-765AF4539B58}" dt="2026-02-14T03:53:37.326" v="1292" actId="20577"/>
          <ac:spMkLst>
            <pc:docMk/>
            <pc:sldMk cId="206885230" sldId="283"/>
            <ac:spMk id="4" creationId="{00FD2755-B6EF-89A3-1984-5A38BDD6188E}"/>
          </ac:spMkLst>
        </pc:spChg>
      </pc:sldChg>
      <pc:sldChg chg="addSp modSp new">
        <pc:chgData name="Praneeth Goud" userId="dd8d7a3f0974c4be" providerId="LiveId" clId="{2DA840B2-D8C8-4D3E-B0AB-765AF4539B58}" dt="2026-02-12T14:26:48.321" v="1136" actId="14100"/>
        <pc:sldMkLst>
          <pc:docMk/>
          <pc:sldMk cId="1566092812" sldId="285"/>
        </pc:sldMkLst>
        <pc:picChg chg="add mod">
          <ac:chgData name="Praneeth Goud" userId="dd8d7a3f0974c4be" providerId="LiveId" clId="{2DA840B2-D8C8-4D3E-B0AB-765AF4539B58}" dt="2026-02-12T14:26:48.321" v="1136" actId="14100"/>
          <ac:picMkLst>
            <pc:docMk/>
            <pc:sldMk cId="1566092812" sldId="285"/>
            <ac:picMk id="3074" creationId="{2245C008-7698-CA11-203C-5636926AC282}"/>
          </ac:picMkLst>
        </pc:picChg>
      </pc:sldChg>
      <pc:sldChg chg="addSp delSp modSp new mod modClrScheme chgLayout">
        <pc:chgData name="Praneeth Goud" userId="dd8d7a3f0974c4be" providerId="LiveId" clId="{2DA840B2-D8C8-4D3E-B0AB-765AF4539B58}" dt="2026-02-12T14:42:31.123" v="1202" actId="1076"/>
        <pc:sldMkLst>
          <pc:docMk/>
          <pc:sldMk cId="3131800251" sldId="286"/>
        </pc:sldMkLst>
        <pc:spChg chg="add mod ord">
          <ac:chgData name="Praneeth Goud" userId="dd8d7a3f0974c4be" providerId="LiveId" clId="{2DA840B2-D8C8-4D3E-B0AB-765AF4539B58}" dt="2026-02-12T14:33:30.505" v="1147" actId="1076"/>
          <ac:spMkLst>
            <pc:docMk/>
            <pc:sldMk cId="3131800251" sldId="286"/>
            <ac:spMk id="5" creationId="{9FC4770F-4B95-7225-9B06-B43C39A20B54}"/>
          </ac:spMkLst>
        </pc:spChg>
        <pc:spChg chg="add mod ord">
          <ac:chgData name="Praneeth Goud" userId="dd8d7a3f0974c4be" providerId="LiveId" clId="{2DA840B2-D8C8-4D3E-B0AB-765AF4539B58}" dt="2026-02-12T14:42:31.123" v="1202" actId="1076"/>
          <ac:spMkLst>
            <pc:docMk/>
            <pc:sldMk cId="3131800251" sldId="286"/>
            <ac:spMk id="6" creationId="{5E2F2FDE-FBCC-496A-A407-2DD202BBA5EB}"/>
          </ac:spMkLst>
        </pc:spChg>
      </pc:sldChg>
      <pc:sldChg chg="modSp add mod">
        <pc:chgData name="Praneeth Goud" userId="dd8d7a3f0974c4be" providerId="LiveId" clId="{2DA840B2-D8C8-4D3E-B0AB-765AF4539B58}" dt="2026-02-12T14:44:54.998" v="1225" actId="1076"/>
        <pc:sldMkLst>
          <pc:docMk/>
          <pc:sldMk cId="4120091063" sldId="287"/>
        </pc:sldMkLst>
        <pc:spChg chg="mod">
          <ac:chgData name="Praneeth Goud" userId="dd8d7a3f0974c4be" providerId="LiveId" clId="{2DA840B2-D8C8-4D3E-B0AB-765AF4539B58}" dt="2026-02-12T14:44:54.998" v="1225" actId="1076"/>
          <ac:spMkLst>
            <pc:docMk/>
            <pc:sldMk cId="4120091063" sldId="287"/>
            <ac:spMk id="6" creationId="{035E93D1-CCB7-87CD-8E9E-9C851D40C4F9}"/>
          </ac:spMkLst>
        </pc:spChg>
      </pc:sldChg>
      <pc:sldChg chg="addSp delSp modSp add mod">
        <pc:chgData name="Praneeth Goud" userId="dd8d7a3f0974c4be" providerId="LiveId" clId="{2DA840B2-D8C8-4D3E-B0AB-765AF4539B58}" dt="2026-02-13T13:13:11.183" v="1244" actId="2711"/>
        <pc:sldMkLst>
          <pc:docMk/>
          <pc:sldMk cId="2249079951" sldId="288"/>
        </pc:sldMkLst>
        <pc:spChg chg="mod">
          <ac:chgData name="Praneeth Goud" userId="dd8d7a3f0974c4be" providerId="LiveId" clId="{2DA840B2-D8C8-4D3E-B0AB-765AF4539B58}" dt="2026-02-13T13:08:19.465" v="1229"/>
          <ac:spMkLst>
            <pc:docMk/>
            <pc:sldMk cId="2249079951" sldId="288"/>
            <ac:spMk id="2" creationId="{E39C157A-3414-6FC9-8FA3-E7E21B1BD989}"/>
          </ac:spMkLst>
        </pc:spChg>
        <pc:spChg chg="mod">
          <ac:chgData name="Praneeth Goud" userId="dd8d7a3f0974c4be" providerId="LiveId" clId="{2DA840B2-D8C8-4D3E-B0AB-765AF4539B58}" dt="2026-02-13T13:09:05.633" v="1241" actId="1076"/>
          <ac:spMkLst>
            <pc:docMk/>
            <pc:sldMk cId="2249079951" sldId="288"/>
            <ac:spMk id="8" creationId="{579DA62C-153B-F4AC-A336-699C3D77BC09}"/>
          </ac:spMkLst>
        </pc:spChg>
        <pc:spChg chg="mod">
          <ac:chgData name="Praneeth Goud" userId="dd8d7a3f0974c4be" providerId="LiveId" clId="{2DA840B2-D8C8-4D3E-B0AB-765AF4539B58}" dt="2026-02-13T13:13:11.183" v="1244" actId="2711"/>
          <ac:spMkLst>
            <pc:docMk/>
            <pc:sldMk cId="2249079951" sldId="288"/>
            <ac:spMk id="14" creationId="{2464949B-FCCD-0333-F9BC-B89FB5F601B0}"/>
          </ac:spMkLst>
        </pc:spChg>
        <pc:picChg chg="del">
          <ac:chgData name="Praneeth Goud" userId="dd8d7a3f0974c4be" providerId="LiveId" clId="{2DA840B2-D8C8-4D3E-B0AB-765AF4539B58}" dt="2026-02-13T13:08:54.169" v="1236" actId="478"/>
          <ac:picMkLst>
            <pc:docMk/>
            <pc:sldMk cId="2249079951" sldId="288"/>
            <ac:picMk id="4" creationId="{5821E320-3A1B-9DF5-13BF-3AF9EAD20263}"/>
          </ac:picMkLst>
        </pc:picChg>
        <pc:picChg chg="add del">
          <ac:chgData name="Praneeth Goud" userId="dd8d7a3f0974c4be" providerId="LiveId" clId="{2DA840B2-D8C8-4D3E-B0AB-765AF4539B58}" dt="2026-02-13T13:08:09.571" v="1228" actId="22"/>
          <ac:picMkLst>
            <pc:docMk/>
            <pc:sldMk cId="2249079951" sldId="288"/>
            <ac:picMk id="5" creationId="{93AE6217-640A-DBEA-749E-40E7D9B2371A}"/>
          </ac:picMkLst>
        </pc:picChg>
        <pc:picChg chg="del">
          <ac:chgData name="Praneeth Goud" userId="dd8d7a3f0974c4be" providerId="LiveId" clId="{2DA840B2-D8C8-4D3E-B0AB-765AF4539B58}" dt="2026-02-13T13:08:30.009" v="1231" actId="478"/>
          <ac:picMkLst>
            <pc:docMk/>
            <pc:sldMk cId="2249079951" sldId="288"/>
            <ac:picMk id="9" creationId="{2988D6B7-8B6A-3739-8BC0-EC250387DAF5}"/>
          </ac:picMkLst>
        </pc:picChg>
        <pc:picChg chg="add mod">
          <ac:chgData name="Praneeth Goud" userId="dd8d7a3f0974c4be" providerId="LiveId" clId="{2DA840B2-D8C8-4D3E-B0AB-765AF4539B58}" dt="2026-02-13T13:08:40.804" v="1234" actId="14100"/>
          <ac:picMkLst>
            <pc:docMk/>
            <pc:sldMk cId="2249079951" sldId="288"/>
            <ac:picMk id="10" creationId="{D795D4F9-3FFF-23F3-BB48-11098E5157D6}"/>
          </ac:picMkLst>
        </pc:picChg>
        <pc:picChg chg="add mod">
          <ac:chgData name="Praneeth Goud" userId="dd8d7a3f0974c4be" providerId="LiveId" clId="{2DA840B2-D8C8-4D3E-B0AB-765AF4539B58}" dt="2026-02-13T13:09:09.831" v="1242" actId="14100"/>
          <ac:picMkLst>
            <pc:docMk/>
            <pc:sldMk cId="2249079951" sldId="288"/>
            <ac:picMk id="12" creationId="{AA2DB7ED-366D-3457-40C7-6690BDE611D6}"/>
          </ac:picMkLst>
        </pc:picChg>
      </pc:sldChg>
      <pc:sldChg chg="addSp delSp modSp add mod">
        <pc:chgData name="Praneeth Goud" userId="dd8d7a3f0974c4be" providerId="LiveId" clId="{2DA840B2-D8C8-4D3E-B0AB-765AF4539B58}" dt="2026-02-13T13:25:42.301" v="1268" actId="1076"/>
        <pc:sldMkLst>
          <pc:docMk/>
          <pc:sldMk cId="2395821611" sldId="289"/>
        </pc:sldMkLst>
        <pc:spChg chg="mod">
          <ac:chgData name="Praneeth Goud" userId="dd8d7a3f0974c4be" providerId="LiveId" clId="{2DA840B2-D8C8-4D3E-B0AB-765AF4539B58}" dt="2026-02-13T13:23:09.827" v="1247" actId="255"/>
          <ac:spMkLst>
            <pc:docMk/>
            <pc:sldMk cId="2395821611" sldId="289"/>
            <ac:spMk id="2" creationId="{9CB561F7-208A-7121-1E3B-4EAA4A7EFA2A}"/>
          </ac:spMkLst>
        </pc:spChg>
        <pc:spChg chg="mod">
          <ac:chgData name="Praneeth Goud" userId="dd8d7a3f0974c4be" providerId="LiveId" clId="{2DA840B2-D8C8-4D3E-B0AB-765AF4539B58}" dt="2026-02-13T13:24:15.739" v="1261" actId="1076"/>
          <ac:spMkLst>
            <pc:docMk/>
            <pc:sldMk cId="2395821611" sldId="289"/>
            <ac:spMk id="8" creationId="{64532CDB-8C32-E66A-495E-DD1372E077E0}"/>
          </ac:spMkLst>
        </pc:spChg>
        <pc:spChg chg="mod">
          <ac:chgData name="Praneeth Goud" userId="dd8d7a3f0974c4be" providerId="LiveId" clId="{2DA840B2-D8C8-4D3E-B0AB-765AF4539B58}" dt="2026-02-13T13:25:38.536" v="1267" actId="1076"/>
          <ac:spMkLst>
            <pc:docMk/>
            <pc:sldMk cId="2395821611" sldId="289"/>
            <ac:spMk id="14" creationId="{326AABB2-E5AA-6CCB-B416-AAF8716B9D04}"/>
          </ac:spMkLst>
        </pc:spChg>
        <pc:spChg chg="mod">
          <ac:chgData name="Praneeth Goud" userId="dd8d7a3f0974c4be" providerId="LiveId" clId="{2DA840B2-D8C8-4D3E-B0AB-765AF4539B58}" dt="2026-02-13T13:25:42.301" v="1268" actId="1076"/>
          <ac:spMkLst>
            <pc:docMk/>
            <pc:sldMk cId="2395821611" sldId="289"/>
            <ac:spMk id="15" creationId="{C4C108F4-90CC-8622-63D1-951117F680E7}"/>
          </ac:spMkLst>
        </pc:spChg>
        <pc:picChg chg="add mod">
          <ac:chgData name="Praneeth Goud" userId="dd8d7a3f0974c4be" providerId="LiveId" clId="{2DA840B2-D8C8-4D3E-B0AB-765AF4539B58}" dt="2026-02-13T13:24:18.804" v="1262" actId="14100"/>
          <ac:picMkLst>
            <pc:docMk/>
            <pc:sldMk cId="2395821611" sldId="289"/>
            <ac:picMk id="4" creationId="{A08D5B07-BA01-2BBD-7F3F-278E0A76E90F}"/>
          </ac:picMkLst>
        </pc:picChg>
        <pc:picChg chg="del">
          <ac:chgData name="Praneeth Goud" userId="dd8d7a3f0974c4be" providerId="LiveId" clId="{2DA840B2-D8C8-4D3E-B0AB-765AF4539B58}" dt="2026-02-13T13:23:24.394" v="1249" actId="478"/>
          <ac:picMkLst>
            <pc:docMk/>
            <pc:sldMk cId="2395821611" sldId="289"/>
            <ac:picMk id="5" creationId="{9821C9E6-343E-444A-526B-AB83EE2BC7A7}"/>
          </ac:picMkLst>
        </pc:picChg>
        <pc:picChg chg="add mod">
          <ac:chgData name="Praneeth Goud" userId="dd8d7a3f0974c4be" providerId="LiveId" clId="{2DA840B2-D8C8-4D3E-B0AB-765AF4539B58}" dt="2026-02-13T13:24:10.819" v="1260" actId="1076"/>
          <ac:picMkLst>
            <pc:docMk/>
            <pc:sldMk cId="2395821611" sldId="289"/>
            <ac:picMk id="9" creationId="{F1D4E064-CA92-C082-3048-EDE956938296}"/>
          </ac:picMkLst>
        </pc:picChg>
        <pc:picChg chg="del">
          <ac:chgData name="Praneeth Goud" userId="dd8d7a3f0974c4be" providerId="LiveId" clId="{2DA840B2-D8C8-4D3E-B0AB-765AF4539B58}" dt="2026-02-13T13:24:00.745" v="1256" actId="478"/>
          <ac:picMkLst>
            <pc:docMk/>
            <pc:sldMk cId="2395821611" sldId="289"/>
            <ac:picMk id="10" creationId="{5173DED0-F6FF-887B-29A8-7AB367E22BD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89527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54527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17759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A8B48-1372-8C64-37AE-8C34B1F94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CDF45-C589-E139-79BD-76E888258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898B95-F690-65A5-9BEE-1C3CF43E26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72C712D-3423-353F-FF67-AB21CA400B5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48354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03B39-13E7-2064-8FC3-0E446B9D5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206B5-A12A-6D50-4DFE-4D25A95BD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B5FD4-3036-C3CF-B3DE-8BF7F441D4A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7D0020B-176A-E634-F497-7885721C1FA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87550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1CEB2-07C6-F8B3-195D-26927F7E1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851DE-5FB5-92CC-A021-0BE993795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8AF57-ED69-E518-08A9-183617E5218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FEA7395-FE52-A2E4-3352-30B7AF4187A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6065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01457-436E-9DE4-26EF-28B5C13BD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8C71E-F302-2D7D-0873-0DD0E26D01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137118-D286-093E-3EE8-C8C5F73059E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47F1F1-0EC3-9FC5-10AC-2A1B011330B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89088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3D591-513E-1128-978B-24764036C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52E5B-8284-9F8B-A343-18C8B5FD5A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63829B-55B3-C53A-55AA-735248A6AB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45D69C-FACC-ABB3-CEA9-646471DB58D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08774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B1D8C-321F-7173-F532-D6D6A86C7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03932-E33E-5492-BF4E-F83551D86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4EC5E4-2644-68F3-1094-37CC7AD320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3407460-7C96-685A-D8A5-5F95FB07E46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77950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CB5CA-649C-E77C-BC61-4032D04715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146DA-4721-777F-0598-5AF169CC7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763AF-39E6-C295-6D86-AF735AE7201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302098-79D7-1D07-5D29-986740C2306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175049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B6DD0-0826-E67C-7440-D1B6314F4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1BA30-0C19-8098-9A86-A6226FDEE3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0A6A17-3ACF-321D-D1C0-D969684F1A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46E397E-9C9D-6E88-99B9-2FB055A6542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15748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8993D-4304-AE2B-F3E1-60825A997F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11662-D25B-7FDA-7F81-EC9BE0955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4B0D9-F0D2-3979-65F3-CE64D327DB0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818FF97-1BDD-9269-D0D4-8FFF40EF566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77626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927B4-3502-0C44-9DCB-DB5638D2B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36741-B1AC-57AA-0757-000B3A691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F86D85-6099-C8ED-E947-D75E099012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2A84E4-A42B-3CF9-53FA-1CFC03D0C4F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87819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4702C-B22A-95E8-A6BE-37D5939D4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DD2C4-2CF6-4B5F-5396-7B9AC70B1C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20C1A4-5CB4-D9DD-12FF-E7EC4D678E3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24AD053-3B34-0FE1-1739-F865C8359C3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21199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BF38F-2133-925C-BAE8-9379D6FFE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8A57F-0BF6-562D-8162-8DA77C42E9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D1A37-6928-D9C6-3F67-D41B1377A0D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DCC0585-B40B-875A-68A9-5F169A12C207}"/>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77900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8A92C-DB30-DA22-5E7D-4C1F2A0809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8F0E61-81E9-9378-4E7D-E51BEFBBE5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AF27E61-C392-96D7-C6A1-FA06BD69A81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335FCBA-63D2-6ACA-EFEF-9A3D4B8255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B8EECD-6542-6D3F-3360-64152ADE8F2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52097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96D9A-4930-4B8A-6275-3E178CF65A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6094DF-BC53-89EB-EB38-0C98D8E81A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8F9A80-B5FB-1EC8-AF73-3EE06F3FF20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73E2790-3C7A-5FFB-AA17-DC8BA24F9B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9B911C-67CA-6404-668B-4806F15580C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31756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763F-C7D9-F4FF-A44B-8200B29E97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91BCB81-03EB-ACEB-5CE0-425D806919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A52290-7044-93F0-39A9-5E05ABE4C8A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940D2A5-55A0-9B5C-4498-3CE97EC98A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AF36A4-CBFC-C3D5-65FF-D5E6120391C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100097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D02D-31C3-7C1B-F403-6CC06B9C7F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C062BB-078E-D49E-0A11-20B5C67EF6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0A36D2-C759-9AA1-C6CB-D43CDC383B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2929793-CD0D-FBF0-9B8B-2BB3351FBE0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BC463FA-56EE-00AF-C53A-FC7EEA56B6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6F921D-DF03-0793-C2FA-B8194568CDC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14032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9471D-7345-1937-497D-6F5CB0D51F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252EE-4309-9386-1843-6E856E59C4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14F068-9C95-A3CD-BFBB-7E0ABF5B4B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44890A-FE3C-0F49-5F54-FCC40A4AF6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2D9E77-81AD-29EB-3F52-F1E5525F0A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CEC9A8-089C-0F4D-9F98-BF02F556DACC}"/>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03DC154F-F087-B4E4-5372-5D0E05D43D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F30C94-67B0-7310-5368-3372BF6C12C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77678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832F0-B729-7279-4FD0-CCA08C20B3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EF09BD2-A8D9-80B6-FAB5-7784D7613367}"/>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247F4CA-C805-89A1-CCAE-2349EC2B52F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D3D1A0-CA12-C840-197D-2AFAB580EAF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225344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55D2B1-1A3A-6597-B105-329B1C6A707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B68F6B83-7F73-9881-ABEB-B473F8DBFBD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DC6495C-1922-76D6-AEF1-10B6A537941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175162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E8EB-CDD4-59EE-A5E9-B66DE2D2D7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E13668-A9C0-A6AD-0CCD-81DEE46431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427116C-F000-457F-160F-B6BEC04ECA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061D11-B7F4-6D2A-9403-C87FFC66119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51DF664-F39A-DCDB-F701-81BD15BBA2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290390-7E94-E86C-1A99-051AE1E0939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87009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50C24-ACBC-1337-1B58-CE6CBA4F35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FAFA7C-CA34-7485-3115-2AF2439F79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393251E-01E4-7C67-C1DF-DD904A2FA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6B0DFD-E2FE-59B2-5EF7-D700AA65C1B7}"/>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04CEB9F-88EE-87D4-CA92-E90AD59E06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B4CFFE-07D1-1F1A-F603-88B520DED04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6226791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4339-9359-7D11-ACC5-BA3798027CA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F784E6-7D11-BE8F-F729-5FA25454D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3D9119-55F0-D622-2157-DE5BA4322C3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CBFAB5-15E5-6F79-BB1B-2F4BAB9D56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E9F84C-B543-DC48-9B4F-561E1B3929E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22449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BA093E-7575-94E6-35C7-8700EB4587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8FC151-EB9A-4C1F-039D-3015C5D5F3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AE4721-378B-0960-E9EC-DB2E2C2D33E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E5D71E4-D008-CDE6-7836-13C003C459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221788-9EF3-053B-4CC3-27437BAD2B8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182149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BD582E-0EDB-9A46-6C7B-F5CD844EC5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21F895-28FE-25E6-7607-ED32DC28E1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430CBD-E7C5-44C2-EF7F-1FE6F6CE92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D6A4049D-2622-F4EB-DF45-D7CCC4A097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E29B9E7-93B8-F2E6-F7E4-34DFB374A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5379417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8.jp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858000"/>
          </a:xfrm>
          <a:prstGeom prst="rect">
            <a:avLst/>
          </a:prstGeom>
          <a:noFill/>
          <a:ln>
            <a:noFill/>
          </a:ln>
        </p:spPr>
      </p:pic>
      <p:sp>
        <p:nvSpPr>
          <p:cNvPr id="99" name="Google Shape;99;p1"/>
          <p:cNvSpPr txBox="1"/>
          <p:nvPr/>
        </p:nvSpPr>
        <p:spPr>
          <a:xfrm>
            <a:off x="147484" y="3550838"/>
            <a:ext cx="11897032" cy="42780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3200" b="1" dirty="0">
                <a:solidFill>
                  <a:srgbClr val="FF0000"/>
                </a:solidFill>
                <a:latin typeface="Times New Roman Bold" panose="02020803070505020304" pitchFamily="18" charset="0"/>
                <a:ea typeface="Calibri"/>
                <a:cs typeface="Times New Roman Bold" panose="02020803070505020304" pitchFamily="18" charset="0"/>
                <a:sym typeface="Calibri"/>
              </a:rPr>
              <a:t>E</a:t>
            </a:r>
            <a:r>
              <a:rPr lang="en-IN" sz="3200" b="1" dirty="0">
                <a:solidFill>
                  <a:srgbClr val="FF0000"/>
                </a:solidFill>
                <a:latin typeface="Times New Roman Bold" panose="02020803070505020304" pitchFamily="18" charset="0"/>
                <a:ea typeface="Calibri"/>
                <a:cs typeface="Times New Roman Bold" panose="02020803070505020304" pitchFamily="18" charset="0"/>
                <a:sym typeface="Calibri"/>
              </a:rPr>
              <a:t>NERGY CONSUMPTION ANALYSIS  </a:t>
            </a:r>
          </a:p>
          <a:p>
            <a:pPr marL="0" marR="0" lvl="0" indent="0" algn="ctr" rtl="0">
              <a:lnSpc>
                <a:spcPct val="100000"/>
              </a:lnSpc>
              <a:spcBef>
                <a:spcPts val="0"/>
              </a:spcBef>
              <a:spcAft>
                <a:spcPts val="0"/>
              </a:spcAft>
              <a:buClr>
                <a:srgbClr val="000000"/>
              </a:buClr>
              <a:buSzPts val="1800"/>
              <a:buFont typeface="Arial"/>
              <a:buNone/>
            </a:pPr>
            <a:endParaRPr lang="en-IN" sz="3200" b="1" dirty="0">
              <a:solidFill>
                <a:srgbClr val="FF0000"/>
              </a:solidFill>
              <a:latin typeface="Times New Roman Bold" panose="02020803070505020304" pitchFamily="18" charset="0"/>
              <a:ea typeface="Calibri"/>
              <a:cs typeface="Times New Roman Bold" panose="02020803070505020304" pitchFamily="18" charset="0"/>
              <a:sym typeface="Calibri"/>
            </a:endParaRPr>
          </a:p>
          <a:p>
            <a:pPr marL="0" marR="0" lvl="0" indent="0" algn="ctr" rtl="0">
              <a:lnSpc>
                <a:spcPct val="100000"/>
              </a:lnSpc>
              <a:spcBef>
                <a:spcPts val="0"/>
              </a:spcBef>
              <a:spcAft>
                <a:spcPts val="0"/>
              </a:spcAft>
              <a:buClr>
                <a:srgbClr val="000000"/>
              </a:buClr>
              <a:buSzPts val="1800"/>
              <a:buFont typeface="Arial"/>
              <a:buNone/>
            </a:pPr>
            <a:endParaRPr lang="en-IN" sz="3200" b="1" dirty="0">
              <a:solidFill>
                <a:srgbClr val="FF0000"/>
              </a:solidFill>
              <a:latin typeface="Times New Roman Bold" panose="02020803070505020304" pitchFamily="18" charset="0"/>
              <a:ea typeface="Calibri"/>
              <a:cs typeface="Times New Roman Bold" panose="02020803070505020304" pitchFamily="18" charset="0"/>
              <a:sym typeface="Calibri"/>
            </a:endParaRPr>
          </a:p>
          <a:p>
            <a:pPr marL="0" marR="0" lvl="0" indent="0" algn="ctr" rtl="0">
              <a:lnSpc>
                <a:spcPct val="100000"/>
              </a:lnSpc>
              <a:spcBef>
                <a:spcPts val="0"/>
              </a:spcBef>
              <a:spcAft>
                <a:spcPts val="0"/>
              </a:spcAft>
              <a:buClr>
                <a:srgbClr val="000000"/>
              </a:buClr>
              <a:buSzPts val="1800"/>
              <a:buFont typeface="Arial"/>
              <a:buNone/>
            </a:pPr>
            <a:r>
              <a:rPr lang="en-IN" sz="2400" b="1" dirty="0">
                <a:solidFill>
                  <a:srgbClr val="FF0000"/>
                </a:solidFill>
                <a:latin typeface="Times New Roman Bold" panose="02020803070505020304" pitchFamily="18" charset="0"/>
                <a:ea typeface="Calibri"/>
                <a:cs typeface="Times New Roman Bold" panose="02020803070505020304" pitchFamily="18" charset="0"/>
                <a:sym typeface="Calibri"/>
              </a:rPr>
              <a:t>                                                                                              Presented By:</a:t>
            </a:r>
          </a:p>
          <a:p>
            <a:pPr marL="0" marR="0" lvl="0" indent="0" algn="ctr" rtl="0">
              <a:lnSpc>
                <a:spcPct val="100000"/>
              </a:lnSpc>
              <a:spcBef>
                <a:spcPts val="0"/>
              </a:spcBef>
              <a:spcAft>
                <a:spcPts val="0"/>
              </a:spcAft>
              <a:buClr>
                <a:srgbClr val="000000"/>
              </a:buClr>
              <a:buSzPts val="1800"/>
              <a:buFont typeface="Arial"/>
              <a:buNone/>
            </a:pPr>
            <a:r>
              <a:rPr lang="en-IN" sz="2400" b="1" dirty="0">
                <a:solidFill>
                  <a:schemeClr val="tx1"/>
                </a:solidFill>
                <a:latin typeface="Times New Roman Bold" panose="02020803070505020304" pitchFamily="18" charset="0"/>
                <a:ea typeface="Calibri"/>
                <a:cs typeface="Times New Roman Bold" panose="02020803070505020304" pitchFamily="18" charset="0"/>
                <a:sym typeface="Calibri"/>
              </a:rPr>
              <a:t>                                                                                           E. Praneeth</a:t>
            </a:r>
          </a:p>
          <a:p>
            <a:pPr marL="0" marR="0" lvl="0" indent="0" algn="ctr" rtl="0">
              <a:lnSpc>
                <a:spcPct val="100000"/>
              </a:lnSpc>
              <a:spcBef>
                <a:spcPts val="0"/>
              </a:spcBef>
              <a:spcAft>
                <a:spcPts val="0"/>
              </a:spcAft>
              <a:buClr>
                <a:srgbClr val="000000"/>
              </a:buClr>
              <a:buSzPts val="1800"/>
              <a:buFont typeface="Arial"/>
              <a:buNone/>
            </a:pPr>
            <a:r>
              <a:rPr lang="en-IN" sz="2400" b="1" dirty="0">
                <a:solidFill>
                  <a:schemeClr val="tx1"/>
                </a:solidFill>
                <a:latin typeface="Times New Roman Bold" panose="02020803070505020304" pitchFamily="18" charset="0"/>
                <a:ea typeface="Calibri"/>
                <a:cs typeface="Times New Roman Bold" panose="02020803070505020304" pitchFamily="18" charset="0"/>
                <a:sym typeface="Calibri"/>
              </a:rPr>
              <a:t>                                                                                          M. Sathwik</a:t>
            </a:r>
          </a:p>
          <a:p>
            <a:pPr marL="0" marR="0" lvl="0" indent="0" algn="ctr" rtl="0">
              <a:lnSpc>
                <a:spcPct val="100000"/>
              </a:lnSpc>
              <a:spcBef>
                <a:spcPts val="0"/>
              </a:spcBef>
              <a:spcAft>
                <a:spcPts val="0"/>
              </a:spcAft>
              <a:buClr>
                <a:srgbClr val="000000"/>
              </a:buClr>
              <a:buSzPts val="1800"/>
              <a:buFont typeface="Arial"/>
              <a:buNone/>
            </a:pPr>
            <a:r>
              <a:rPr lang="en-IN" sz="2400" b="1" dirty="0">
                <a:solidFill>
                  <a:schemeClr val="tx1"/>
                </a:solidFill>
                <a:latin typeface="Times New Roman Bold" panose="02020803070505020304" pitchFamily="18" charset="0"/>
                <a:ea typeface="Calibri"/>
                <a:cs typeface="Times New Roman Bold" panose="02020803070505020304" pitchFamily="18" charset="0"/>
                <a:sym typeface="Calibri"/>
              </a:rPr>
              <a:t>                                                                                              Y. Surya Teja</a:t>
            </a:r>
          </a:p>
          <a:p>
            <a:pPr marL="0" marR="0" lvl="0" indent="0" algn="ctr" rtl="0">
              <a:lnSpc>
                <a:spcPct val="100000"/>
              </a:lnSpc>
              <a:spcBef>
                <a:spcPts val="0"/>
              </a:spcBef>
              <a:spcAft>
                <a:spcPts val="0"/>
              </a:spcAft>
              <a:buClr>
                <a:srgbClr val="000000"/>
              </a:buClr>
              <a:buSzPts val="1800"/>
              <a:buFont typeface="Arial"/>
              <a:buNone/>
            </a:pPr>
            <a:r>
              <a:rPr lang="en-IN" sz="2400" b="1" dirty="0">
                <a:latin typeface="Times New Roman Bold" panose="02020803070505020304" pitchFamily="18" charset="0"/>
                <a:ea typeface="Calibri"/>
                <a:cs typeface="Times New Roman Bold" panose="02020803070505020304" pitchFamily="18" charset="0"/>
                <a:sym typeface="Calibri"/>
              </a:rPr>
              <a:t>                                                                                                Batch No: 456</a:t>
            </a:r>
            <a:endParaRPr lang="en-IN" sz="2400" b="1" dirty="0">
              <a:solidFill>
                <a:schemeClr val="tx1"/>
              </a:solidFill>
              <a:latin typeface="Times New Roman Bold" panose="02020803070505020304" pitchFamily="18" charset="0"/>
              <a:ea typeface="Calibri"/>
              <a:cs typeface="Times New Roman Bold" panose="02020803070505020304" pitchFamily="18" charset="0"/>
              <a:sym typeface="Calibri"/>
            </a:endParaRPr>
          </a:p>
          <a:p>
            <a:pPr marL="0" marR="0" lvl="0" indent="0" algn="ctr" rtl="0">
              <a:lnSpc>
                <a:spcPct val="100000"/>
              </a:lnSpc>
              <a:spcBef>
                <a:spcPts val="0"/>
              </a:spcBef>
              <a:spcAft>
                <a:spcPts val="0"/>
              </a:spcAft>
              <a:buClr>
                <a:srgbClr val="000000"/>
              </a:buClr>
              <a:buSzPts val="1800"/>
              <a:buFont typeface="Arial"/>
              <a:buNone/>
            </a:pPr>
            <a:r>
              <a:rPr lang="en-IN" sz="2400" b="1" dirty="0">
                <a:solidFill>
                  <a:schemeClr val="tx1"/>
                </a:solidFill>
                <a:latin typeface="Times New Roman Bold" panose="02020803070505020304" pitchFamily="18" charset="0"/>
                <a:ea typeface="Calibri"/>
                <a:cs typeface="Times New Roman Bold" panose="02020803070505020304" pitchFamily="18" charset="0"/>
                <a:sym typeface="Calibri"/>
              </a:rPr>
              <a:t>                                                                                       </a:t>
            </a:r>
          </a:p>
          <a:p>
            <a:pPr marL="0" marR="0" lvl="0" indent="0" algn="ctr" rtl="0">
              <a:lnSpc>
                <a:spcPct val="100000"/>
              </a:lnSpc>
              <a:spcBef>
                <a:spcPts val="0"/>
              </a:spcBef>
              <a:spcAft>
                <a:spcPts val="0"/>
              </a:spcAft>
              <a:buClr>
                <a:srgbClr val="000000"/>
              </a:buClr>
              <a:buSzPts val="1800"/>
              <a:buFont typeface="Arial"/>
              <a:buNone/>
            </a:pPr>
            <a:r>
              <a:rPr lang="en-IN" sz="3200" b="1" dirty="0">
                <a:solidFill>
                  <a:srgbClr val="FF0000"/>
                </a:solidFill>
                <a:latin typeface="Times New Roman Bold" panose="02020803070505020304" pitchFamily="18" charset="0"/>
                <a:ea typeface="Calibri"/>
                <a:cs typeface="Times New Roman Bold" panose="02020803070505020304" pitchFamily="18" charset="0"/>
                <a:sym typeface="Calibri"/>
              </a:rPr>
              <a:t> </a:t>
            </a:r>
            <a:endParaRPr sz="3200" b="1" i="0" u="none" strike="noStrike" cap="none" dirty="0">
              <a:solidFill>
                <a:srgbClr val="FF0000"/>
              </a:solidFill>
              <a:latin typeface="Times New Roman Bold" panose="02020803070505020304" pitchFamily="18" charset="0"/>
              <a:cs typeface="Times New Roman Bold" panose="02020803070505020304" pitchFamily="18"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3824748" y="18255"/>
            <a:ext cx="2025446" cy="109279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idx="1"/>
          </p:nvPr>
        </p:nvSpPr>
        <p:spPr>
          <a:xfrm>
            <a:off x="393290" y="599768"/>
            <a:ext cx="10714704" cy="5801031"/>
          </a:xfrm>
          <a:prstGeom prst="rect">
            <a:avLst/>
          </a:prstGeom>
          <a:noFill/>
          <a:ln>
            <a:noFill/>
          </a:ln>
        </p:spPr>
        <p:txBody>
          <a:bodyPr spcFirstLastPara="1" wrap="square" lIns="91425" tIns="45700" rIns="91425" bIns="45700" anchor="t" anchorCtr="0">
            <a:normAutofit fontScale="47500" lnSpcReduction="20000"/>
          </a:bodyPr>
          <a:lstStyle/>
          <a:p>
            <a:pPr marL="457200" lvl="0" indent="-431800" algn="l" rtl="0">
              <a:lnSpc>
                <a:spcPct val="150000"/>
              </a:lnSpc>
              <a:spcBef>
                <a:spcPts val="1000"/>
              </a:spcBef>
              <a:spcAft>
                <a:spcPts val="0"/>
              </a:spcAft>
              <a:buSzPts val="2400"/>
              <a:buChar char="•"/>
            </a:pPr>
            <a:endParaRPr lang="en-IN" sz="3200" b="1" dirty="0">
              <a:latin typeface="Times New Roman Bold" panose="02020803070505020304" pitchFamily="18" charset="0"/>
              <a:cs typeface="Times New Roman Bold" panose="02020803070505020304" pitchFamily="18" charset="0"/>
            </a:endParaRPr>
          </a:p>
          <a:p>
            <a:pPr marL="457200" indent="-431800">
              <a:lnSpc>
                <a:spcPct val="120000"/>
              </a:lnSpc>
              <a:buSzPts val="2400"/>
            </a:pPr>
            <a:r>
              <a:rPr lang="en-IN" sz="5100" b="1" dirty="0">
                <a:latin typeface="Times New Roman Bold" panose="02020803070505020304" pitchFamily="18" charset="0"/>
                <a:cs typeface="Times New Roman Bold" panose="02020803070505020304" pitchFamily="18" charset="0"/>
              </a:rPr>
              <a:t>Business Problem</a:t>
            </a:r>
            <a:endParaRPr lang="en-IN" sz="5100" dirty="0">
              <a:latin typeface="Times New Roman Bold" panose="02020803070505020304" pitchFamily="18" charset="0"/>
              <a:cs typeface="Times New Roman Bold" panose="02020803070505020304" pitchFamily="18" charset="0"/>
            </a:endParaRP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Objective of the Project</a:t>
            </a: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ER Diagram and schema explanation</a:t>
            </a:r>
            <a:endParaRPr sz="5100" dirty="0">
              <a:latin typeface="Times New Roman Bold" panose="02020803070505020304" pitchFamily="18" charset="0"/>
              <a:cs typeface="Times New Roman Bold" panose="02020803070505020304" pitchFamily="18" charset="0"/>
            </a:endParaRP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Key analysis questions (use cases)</a:t>
            </a:r>
            <a:endParaRPr sz="5100" dirty="0">
              <a:latin typeface="Times New Roman Bold" panose="02020803070505020304" pitchFamily="18" charset="0"/>
              <a:cs typeface="Times New Roman Bold" panose="02020803070505020304" pitchFamily="18" charset="0"/>
            </a:endParaRP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SQL query results with screenshots or summaries</a:t>
            </a:r>
            <a:endParaRPr sz="5100" dirty="0">
              <a:latin typeface="Times New Roman Bold" panose="02020803070505020304" pitchFamily="18" charset="0"/>
              <a:cs typeface="Times New Roman Bold" panose="02020803070505020304" pitchFamily="18" charset="0"/>
            </a:endParaRP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Final business insights </a:t>
            </a: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Recommendations</a:t>
            </a:r>
            <a:endParaRPr sz="5100" dirty="0">
              <a:latin typeface="Times New Roman Bold" panose="02020803070505020304" pitchFamily="18" charset="0"/>
              <a:cs typeface="Times New Roman Bold" panose="02020803070505020304" pitchFamily="18" charset="0"/>
            </a:endParaRP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Conclusion (Key finding overall) </a:t>
            </a:r>
            <a:endParaRPr sz="5100" dirty="0">
              <a:latin typeface="Times New Roman Bold" panose="02020803070505020304" pitchFamily="18" charset="0"/>
              <a:cs typeface="Times New Roman Bold" panose="02020803070505020304" pitchFamily="18" charset="0"/>
            </a:endParaRP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Your Experience/Challenges working on SQL – Data Analysis Project.</a:t>
            </a:r>
          </a:p>
          <a:p>
            <a:pPr marL="457200" indent="-431800">
              <a:lnSpc>
                <a:spcPct val="120000"/>
              </a:lnSpc>
              <a:buSzPts val="2400"/>
            </a:pPr>
            <a:r>
              <a:rPr lang="en-IN" sz="5100" b="1" dirty="0">
                <a:latin typeface="Times New Roman Bold" panose="02020803070505020304" pitchFamily="18" charset="0"/>
                <a:cs typeface="Times New Roman Bold" panose="02020803070505020304" pitchFamily="18" charset="0"/>
              </a:rPr>
              <a:t>Q&amp;A Slide </a:t>
            </a:r>
            <a:endParaRPr lang="en-IN" sz="5100" dirty="0">
              <a:latin typeface="Times New Roman Bold" panose="02020803070505020304" pitchFamily="18" charset="0"/>
              <a:cs typeface="Times New Roman Bold" panose="02020803070505020304" pitchFamily="18" charset="0"/>
            </a:endParaRPr>
          </a:p>
          <a:p>
            <a:pPr marL="457200" lvl="0" indent="-431800" algn="l" rtl="0">
              <a:lnSpc>
                <a:spcPct val="90000"/>
              </a:lnSpc>
              <a:spcBef>
                <a:spcPts val="1000"/>
              </a:spcBef>
              <a:spcAft>
                <a:spcPts val="0"/>
              </a:spcAft>
              <a:buSzPts val="2400"/>
              <a:buChar char="•"/>
            </a:pP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6643C-A0AC-4587-EAA3-D8F34A85EBD3}"/>
              </a:ext>
            </a:extLst>
          </p:cNvPr>
          <p:cNvSpPr>
            <a:spLocks noGrp="1"/>
          </p:cNvSpPr>
          <p:nvPr>
            <p:ph type="title"/>
          </p:nvPr>
        </p:nvSpPr>
        <p:spPr>
          <a:xfrm>
            <a:off x="3614583" y="0"/>
            <a:ext cx="4733004" cy="757084"/>
          </a:xfrm>
        </p:spPr>
        <p:txBody>
          <a:bodyPr>
            <a:noAutofit/>
          </a:bodyPr>
          <a:lstStyle/>
          <a:p>
            <a:r>
              <a:rPr lang="en-IN" spc="-229" dirty="0">
                <a:solidFill>
                  <a:srgbClr val="FF0000"/>
                </a:solidFill>
                <a:latin typeface="Times New Roman Bold" panose="02020803070505020304" pitchFamily="18" charset="0"/>
                <a:cs typeface="Times New Roman Bold" panose="02020803070505020304" pitchFamily="18" charset="0"/>
              </a:rPr>
              <a:t>Business</a:t>
            </a:r>
            <a:r>
              <a:rPr lang="en-IN" spc="-320" dirty="0">
                <a:solidFill>
                  <a:srgbClr val="FF0000"/>
                </a:solidFill>
                <a:latin typeface="Times New Roman Bold" panose="02020803070505020304" pitchFamily="18" charset="0"/>
                <a:cs typeface="Times New Roman Bold" panose="02020803070505020304" pitchFamily="18" charset="0"/>
              </a:rPr>
              <a:t> </a:t>
            </a:r>
            <a:r>
              <a:rPr lang="en-IN" spc="-120" dirty="0">
                <a:solidFill>
                  <a:srgbClr val="FF0000"/>
                </a:solidFill>
                <a:latin typeface="Times New Roman Bold" panose="02020803070505020304" pitchFamily="18" charset="0"/>
                <a:cs typeface="Times New Roman Bold" panose="02020803070505020304" pitchFamily="18" charset="0"/>
              </a:rPr>
              <a:t>problem</a:t>
            </a:r>
            <a:r>
              <a:rPr lang="en-IN" spc="-375" dirty="0">
                <a:solidFill>
                  <a:srgbClr val="FF0000"/>
                </a:solidFill>
                <a:latin typeface="Times New Roman Bold" panose="02020803070505020304" pitchFamily="18" charset="0"/>
                <a:cs typeface="Times New Roman Bold" panose="02020803070505020304" pitchFamily="18" charset="0"/>
              </a:rPr>
              <a:t> </a:t>
            </a:r>
            <a:r>
              <a:rPr lang="en-IN" spc="-830" dirty="0">
                <a:solidFill>
                  <a:srgbClr val="FF0000"/>
                </a:solidFill>
                <a:latin typeface="Times New Roman Bold" panose="02020803070505020304" pitchFamily="18" charset="0"/>
                <a:cs typeface="Times New Roman Bold" panose="02020803070505020304" pitchFamily="18" charset="0"/>
              </a:rPr>
              <a:t>:</a:t>
            </a:r>
            <a:endParaRPr lang="en-IN" dirty="0">
              <a:solidFill>
                <a:srgbClr val="FF0000"/>
              </a:solidFill>
              <a:latin typeface="Times New Roman Bold" panose="02020803070505020304" pitchFamily="18" charset="0"/>
              <a:cs typeface="Times New Roman Bold" panose="02020803070505020304" pitchFamily="18" charset="0"/>
            </a:endParaRPr>
          </a:p>
        </p:txBody>
      </p:sp>
      <p:sp>
        <p:nvSpPr>
          <p:cNvPr id="3" name="Content Placeholder 2">
            <a:extLst>
              <a:ext uri="{FF2B5EF4-FFF2-40B4-BE49-F238E27FC236}">
                <a16:creationId xmlns:a16="http://schemas.microsoft.com/office/drawing/2014/main" id="{F82B1C1E-D34E-807F-ED69-80F04E4F2A4C}"/>
              </a:ext>
            </a:extLst>
          </p:cNvPr>
          <p:cNvSpPr>
            <a:spLocks noGrp="1"/>
          </p:cNvSpPr>
          <p:nvPr>
            <p:ph idx="1"/>
          </p:nvPr>
        </p:nvSpPr>
        <p:spPr>
          <a:xfrm>
            <a:off x="560439" y="1002890"/>
            <a:ext cx="10793361" cy="5174073"/>
          </a:xfrm>
        </p:spPr>
        <p:txBody>
          <a:bodyPr>
            <a:normAutofit fontScale="92500" lnSpcReduction="10000"/>
          </a:bodyPr>
          <a:lstStyle/>
          <a:p>
            <a:pPr marL="355600" marR="11430" indent="-343535">
              <a:lnSpc>
                <a:spcPct val="150000"/>
              </a:lnSpc>
              <a:spcBef>
                <a:spcPts val="65"/>
              </a:spcBef>
              <a:buSzPct val="121276"/>
              <a:buFont typeface="Arial MT"/>
              <a:buChar char="•"/>
              <a:tabLst>
                <a:tab pos="355600" algn="l"/>
                <a:tab pos="1261745" algn="l"/>
                <a:tab pos="2249170" algn="l"/>
                <a:tab pos="3425190" algn="l"/>
                <a:tab pos="4039235" algn="l"/>
                <a:tab pos="5467985" algn="l"/>
                <a:tab pos="6273800" algn="l"/>
                <a:tab pos="6571615" algn="l"/>
                <a:tab pos="7639050" algn="l"/>
                <a:tab pos="8021320" algn="l"/>
                <a:tab pos="9138920" algn="l"/>
              </a:tabLst>
            </a:pPr>
            <a:r>
              <a:rPr lang="en-US" sz="2400" spc="-10" dirty="0">
                <a:latin typeface="Times New Roman" panose="02020603050405020304" pitchFamily="18" charset="0"/>
                <a:cs typeface="Times New Roman" panose="02020603050405020304" pitchFamily="18" charset="0"/>
              </a:rPr>
              <a:t>Rising energy demand </a:t>
            </a:r>
            <a:r>
              <a:rPr lang="en-US" sz="2400" spc="-25" dirty="0">
                <a:latin typeface="Times New Roman" panose="02020603050405020304" pitchFamily="18" charset="0"/>
                <a:cs typeface="Times New Roman" panose="02020603050405020304" pitchFamily="18" charset="0"/>
              </a:rPr>
              <a:t>and </a:t>
            </a:r>
            <a:r>
              <a:rPr lang="en-US" sz="2400" spc="-10" dirty="0">
                <a:latin typeface="Times New Roman" panose="02020603050405020304" pitchFamily="18" charset="0"/>
                <a:cs typeface="Times New Roman" panose="02020603050405020304" pitchFamily="18" charset="0"/>
              </a:rPr>
              <a:t>emissions </a:t>
            </a:r>
            <a:r>
              <a:rPr lang="en-US" sz="2400" spc="-20" dirty="0">
                <a:latin typeface="Times New Roman" panose="02020603050405020304" pitchFamily="18" charset="0"/>
                <a:cs typeface="Times New Roman" panose="02020603050405020304" pitchFamily="18" charset="0"/>
              </a:rPr>
              <a:t>make </a:t>
            </a:r>
            <a:r>
              <a:rPr lang="en-US" sz="2400" spc="-25" dirty="0">
                <a:latin typeface="Times New Roman" panose="02020603050405020304" pitchFamily="18" charset="0"/>
                <a:cs typeface="Times New Roman" panose="02020603050405020304" pitchFamily="18" charset="0"/>
              </a:rPr>
              <a:t>it </a:t>
            </a:r>
            <a:r>
              <a:rPr lang="en-US" sz="2400" spc="-20" dirty="0">
                <a:latin typeface="Times New Roman" panose="02020603050405020304" pitchFamily="18" charset="0"/>
                <a:cs typeface="Times New Roman" panose="02020603050405020304" pitchFamily="18" charset="0"/>
              </a:rPr>
              <a:t>difficult </a:t>
            </a:r>
            <a:r>
              <a:rPr lang="en-US" sz="2400" spc="-25" dirty="0">
                <a:latin typeface="Times New Roman" panose="02020603050405020304" pitchFamily="18" charset="0"/>
                <a:cs typeface="Times New Roman" panose="02020603050405020304" pitchFamily="18" charset="0"/>
              </a:rPr>
              <a:t>to </a:t>
            </a:r>
            <a:r>
              <a:rPr lang="en-US" sz="2400" spc="-10" dirty="0">
                <a:latin typeface="Times New Roman" panose="02020603050405020304" pitchFamily="18" charset="0"/>
                <a:cs typeface="Times New Roman" panose="02020603050405020304" pitchFamily="18" charset="0"/>
              </a:rPr>
              <a:t>balance </a:t>
            </a:r>
            <a:r>
              <a:rPr lang="en-US" sz="2400" spc="-80" dirty="0">
                <a:latin typeface="Times New Roman" panose="02020603050405020304" pitchFamily="18" charset="0"/>
                <a:cs typeface="Times New Roman" panose="02020603050405020304" pitchFamily="18" charset="0"/>
              </a:rPr>
              <a:t>economic </a:t>
            </a:r>
            <a:r>
              <a:rPr lang="en-US" sz="2400" spc="-155" dirty="0">
                <a:latin typeface="Times New Roman" panose="02020603050405020304" pitchFamily="18" charset="0"/>
                <a:cs typeface="Times New Roman" panose="02020603050405020304" pitchFamily="18" charset="0"/>
              </a:rPr>
              <a:t>growth</a:t>
            </a:r>
            <a:r>
              <a:rPr lang="en-US" sz="2400" spc="-170" dirty="0">
                <a:latin typeface="Times New Roman" panose="02020603050405020304" pitchFamily="18" charset="0"/>
                <a:cs typeface="Times New Roman" panose="02020603050405020304" pitchFamily="18" charset="0"/>
              </a:rPr>
              <a:t> </a:t>
            </a:r>
            <a:r>
              <a:rPr lang="en-US" sz="2400" spc="-175" dirty="0">
                <a:latin typeface="Times New Roman" panose="02020603050405020304" pitchFamily="18" charset="0"/>
                <a:cs typeface="Times New Roman" panose="02020603050405020304" pitchFamily="18" charset="0"/>
              </a:rPr>
              <a:t>with</a:t>
            </a:r>
            <a:r>
              <a:rPr lang="en-US" sz="2400" spc="-165" dirty="0">
                <a:latin typeface="Times New Roman" panose="02020603050405020304" pitchFamily="18" charset="0"/>
                <a:cs typeface="Times New Roman" panose="02020603050405020304" pitchFamily="18" charset="0"/>
              </a:rPr>
              <a:t> </a:t>
            </a:r>
            <a:r>
              <a:rPr lang="en-US" sz="2400" spc="-135" dirty="0">
                <a:latin typeface="Times New Roman" panose="02020603050405020304" pitchFamily="18" charset="0"/>
                <a:cs typeface="Times New Roman" panose="02020603050405020304" pitchFamily="18" charset="0"/>
              </a:rPr>
              <a:t>environmental</a:t>
            </a:r>
            <a:r>
              <a:rPr lang="en-US" sz="2400" spc="-160" dirty="0">
                <a:latin typeface="Times New Roman" panose="02020603050405020304" pitchFamily="18" charset="0"/>
                <a:cs typeface="Times New Roman" panose="02020603050405020304" pitchFamily="18" charset="0"/>
              </a:rPr>
              <a:t> </a:t>
            </a:r>
            <a:r>
              <a:rPr lang="en-US" sz="2400" spc="-50" dirty="0">
                <a:latin typeface="Times New Roman" panose="02020603050405020304" pitchFamily="18" charset="0"/>
                <a:cs typeface="Times New Roman" panose="02020603050405020304" pitchFamily="18" charset="0"/>
              </a:rPr>
              <a:t>sustainability.</a:t>
            </a:r>
            <a:endParaRPr lang="en-US" sz="2400" dirty="0">
              <a:latin typeface="Times New Roman" panose="02020603050405020304" pitchFamily="18" charset="0"/>
              <a:cs typeface="Times New Roman" panose="02020603050405020304" pitchFamily="18" charset="0"/>
            </a:endParaRPr>
          </a:p>
          <a:p>
            <a:pPr marL="355600" marR="9525" indent="-343535">
              <a:lnSpc>
                <a:spcPct val="150000"/>
              </a:lnSpc>
              <a:buSzPct val="121276"/>
              <a:buFont typeface="Arial MT"/>
              <a:buChar char="•"/>
              <a:tabLst>
                <a:tab pos="355600" algn="l"/>
                <a:tab pos="1229360" algn="l"/>
                <a:tab pos="1633855" algn="l"/>
                <a:tab pos="1984375" algn="l"/>
                <a:tab pos="2719705" algn="l"/>
                <a:tab pos="3169920" algn="l"/>
                <a:tab pos="4657725" algn="l"/>
                <a:tab pos="5420995" algn="l"/>
                <a:tab pos="6661150" algn="l"/>
                <a:tab pos="7654925" algn="l"/>
                <a:tab pos="8660765" algn="l"/>
              </a:tabLst>
            </a:pPr>
            <a:r>
              <a:rPr lang="en-US" sz="2400" spc="-10" dirty="0">
                <a:latin typeface="Times New Roman" panose="02020603050405020304" pitchFamily="18" charset="0"/>
                <a:cs typeface="Times New Roman" panose="02020603050405020304" pitchFamily="18" charset="0"/>
              </a:rPr>
              <a:t>There </a:t>
            </a:r>
            <a:r>
              <a:rPr lang="en-US" sz="2400" spc="-25" dirty="0">
                <a:latin typeface="Times New Roman" panose="02020603050405020304" pitchFamily="18" charset="0"/>
                <a:cs typeface="Times New Roman" panose="02020603050405020304" pitchFamily="18" charset="0"/>
              </a:rPr>
              <a:t>is </a:t>
            </a:r>
            <a:r>
              <a:rPr lang="en-US" sz="2400" spc="-50" dirty="0">
                <a:latin typeface="Times New Roman" panose="02020603050405020304" pitchFamily="18" charset="0"/>
                <a:cs typeface="Times New Roman" panose="02020603050405020304" pitchFamily="18" charset="0"/>
              </a:rPr>
              <a:t>a </a:t>
            </a:r>
            <a:r>
              <a:rPr lang="en-US" sz="2400" spc="-20" dirty="0">
                <a:latin typeface="Times New Roman" panose="02020603050405020304" pitchFamily="18" charset="0"/>
                <a:cs typeface="Times New Roman" panose="02020603050405020304" pitchFamily="18" charset="0"/>
              </a:rPr>
              <a:t>lack </a:t>
            </a:r>
            <a:r>
              <a:rPr lang="en-US" sz="2400" spc="-25" dirty="0">
                <a:latin typeface="Times New Roman" panose="02020603050405020304" pitchFamily="18" charset="0"/>
                <a:cs typeface="Times New Roman" panose="02020603050405020304" pitchFamily="18" charset="0"/>
              </a:rPr>
              <a:t>of </a:t>
            </a:r>
            <a:r>
              <a:rPr lang="en-US" sz="2400" spc="-10" dirty="0">
                <a:latin typeface="Times New Roman" panose="02020603050405020304" pitchFamily="18" charset="0"/>
                <a:cs typeface="Times New Roman" panose="02020603050405020304" pitchFamily="18" charset="0"/>
              </a:rPr>
              <a:t>integrated </a:t>
            </a:r>
            <a:r>
              <a:rPr lang="en-US" sz="2400" spc="-20" dirty="0">
                <a:latin typeface="Times New Roman" panose="02020603050405020304" pitchFamily="18" charset="0"/>
                <a:cs typeface="Times New Roman" panose="02020603050405020304" pitchFamily="18" charset="0"/>
              </a:rPr>
              <a:t>data </a:t>
            </a:r>
            <a:r>
              <a:rPr lang="en-US" sz="2400" spc="-10" dirty="0">
                <a:latin typeface="Times New Roman" panose="02020603050405020304" pitchFamily="18" charset="0"/>
                <a:cs typeface="Times New Roman" panose="02020603050405020304" pitchFamily="18" charset="0"/>
              </a:rPr>
              <a:t>analysis linking energy </a:t>
            </a:r>
            <a:r>
              <a:rPr lang="en-US" sz="2400" spc="-90" dirty="0">
                <a:latin typeface="Times New Roman" panose="02020603050405020304" pitchFamily="18" charset="0"/>
                <a:cs typeface="Times New Roman" panose="02020603050405020304" pitchFamily="18" charset="0"/>
              </a:rPr>
              <a:t>consumption, </a:t>
            </a:r>
            <a:r>
              <a:rPr lang="en-US" sz="2400" spc="-125" dirty="0">
                <a:latin typeface="Times New Roman" panose="02020603050405020304" pitchFamily="18" charset="0"/>
                <a:cs typeface="Times New Roman" panose="02020603050405020304" pitchFamily="18" charset="0"/>
              </a:rPr>
              <a:t>production,</a:t>
            </a:r>
            <a:r>
              <a:rPr lang="en-US" sz="2400" spc="-204" dirty="0">
                <a:latin typeface="Times New Roman" panose="02020603050405020304" pitchFamily="18" charset="0"/>
                <a:cs typeface="Times New Roman" panose="02020603050405020304" pitchFamily="18" charset="0"/>
              </a:rPr>
              <a:t> </a:t>
            </a:r>
            <a:r>
              <a:rPr lang="en-US" sz="2400" spc="-65" dirty="0">
                <a:latin typeface="Times New Roman" panose="02020603050405020304" pitchFamily="18" charset="0"/>
                <a:cs typeface="Times New Roman" panose="02020603050405020304" pitchFamily="18" charset="0"/>
              </a:rPr>
              <a:t>emissions,</a:t>
            </a:r>
            <a:r>
              <a:rPr lang="en-US" sz="2400" spc="-220" dirty="0">
                <a:latin typeface="Times New Roman" panose="02020603050405020304" pitchFamily="18" charset="0"/>
                <a:cs typeface="Times New Roman" panose="02020603050405020304" pitchFamily="18" charset="0"/>
              </a:rPr>
              <a:t> </a:t>
            </a:r>
            <a:r>
              <a:rPr lang="en-US" sz="2400" spc="-155" dirty="0">
                <a:latin typeface="Times New Roman" panose="02020603050405020304" pitchFamily="18" charset="0"/>
                <a:cs typeface="Times New Roman" panose="02020603050405020304" pitchFamily="18" charset="0"/>
              </a:rPr>
              <a:t>GDP,</a:t>
            </a:r>
            <a:r>
              <a:rPr lang="en-US" sz="2400" spc="-200" dirty="0">
                <a:latin typeface="Times New Roman" panose="02020603050405020304" pitchFamily="18" charset="0"/>
                <a:cs typeface="Times New Roman" panose="02020603050405020304" pitchFamily="18" charset="0"/>
              </a:rPr>
              <a:t> </a:t>
            </a:r>
            <a:r>
              <a:rPr lang="en-US" sz="2400" spc="-95" dirty="0">
                <a:latin typeface="Times New Roman" panose="02020603050405020304" pitchFamily="18" charset="0"/>
                <a:cs typeface="Times New Roman" panose="02020603050405020304" pitchFamily="18" charset="0"/>
              </a:rPr>
              <a:t>and</a:t>
            </a:r>
            <a:r>
              <a:rPr lang="en-US" sz="2400" spc="-18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population.</a:t>
            </a:r>
            <a:endParaRPr lang="en-US" sz="2400" dirty="0">
              <a:latin typeface="Times New Roman" panose="02020603050405020304" pitchFamily="18" charset="0"/>
              <a:cs typeface="Times New Roman" panose="02020603050405020304" pitchFamily="18" charset="0"/>
            </a:endParaRPr>
          </a:p>
          <a:p>
            <a:pPr marL="355600" indent="-342900">
              <a:lnSpc>
                <a:spcPct val="150000"/>
              </a:lnSpc>
              <a:spcBef>
                <a:spcPts val="65"/>
              </a:spcBef>
              <a:buSzPct val="121276"/>
              <a:buFont typeface="Arial MT"/>
              <a:buChar char="•"/>
              <a:tabLst>
                <a:tab pos="355600" algn="l"/>
              </a:tabLst>
            </a:pPr>
            <a:r>
              <a:rPr lang="en-US" sz="2400" spc="-70" dirty="0">
                <a:latin typeface="Times New Roman" panose="02020603050405020304" pitchFamily="18" charset="0"/>
                <a:cs typeface="Times New Roman" panose="02020603050405020304" pitchFamily="18" charset="0"/>
              </a:rPr>
              <a:t>Decision-</a:t>
            </a:r>
            <a:r>
              <a:rPr lang="en-US" sz="2400" spc="-50" dirty="0">
                <a:latin typeface="Times New Roman" panose="02020603050405020304" pitchFamily="18" charset="0"/>
                <a:cs typeface="Times New Roman" panose="02020603050405020304" pitchFamily="18" charset="0"/>
              </a:rPr>
              <a:t>makers</a:t>
            </a:r>
            <a:r>
              <a:rPr lang="en-US" sz="2400" spc="-75" dirty="0">
                <a:latin typeface="Times New Roman" panose="02020603050405020304" pitchFamily="18" charset="0"/>
                <a:cs typeface="Times New Roman" panose="02020603050405020304" pitchFamily="18" charset="0"/>
              </a:rPr>
              <a:t> </a:t>
            </a:r>
            <a:r>
              <a:rPr lang="en-US" sz="2400" spc="-70" dirty="0">
                <a:latin typeface="Times New Roman" panose="02020603050405020304" pitchFamily="18" charset="0"/>
                <a:cs typeface="Times New Roman" panose="02020603050405020304" pitchFamily="18" charset="0"/>
              </a:rPr>
              <a:t>struggle </a:t>
            </a:r>
            <a:r>
              <a:rPr lang="en-US" sz="2400" dirty="0">
                <a:latin typeface="Times New Roman" panose="02020603050405020304" pitchFamily="18" charset="0"/>
                <a:cs typeface="Times New Roman" panose="02020603050405020304" pitchFamily="18" charset="0"/>
              </a:rPr>
              <a:t>to</a:t>
            </a:r>
            <a:r>
              <a:rPr lang="en-US" sz="2400" spc="-65" dirty="0">
                <a:latin typeface="Times New Roman" panose="02020603050405020304" pitchFamily="18" charset="0"/>
                <a:cs typeface="Times New Roman" panose="02020603050405020304" pitchFamily="18" charset="0"/>
              </a:rPr>
              <a:t> </a:t>
            </a:r>
            <a:r>
              <a:rPr lang="en-US" sz="2400" spc="-100" dirty="0">
                <a:latin typeface="Times New Roman" panose="02020603050405020304" pitchFamily="18" charset="0"/>
                <a:cs typeface="Times New Roman" panose="02020603050405020304" pitchFamily="18" charset="0"/>
              </a:rPr>
              <a:t>identify</a:t>
            </a:r>
            <a:r>
              <a:rPr lang="en-US" sz="2400" spc="-55" dirty="0">
                <a:latin typeface="Times New Roman" panose="02020603050405020304" pitchFamily="18" charset="0"/>
                <a:cs typeface="Times New Roman" panose="02020603050405020304" pitchFamily="18" charset="0"/>
              </a:rPr>
              <a:t> </a:t>
            </a:r>
            <a:r>
              <a:rPr lang="en-US" sz="2400" spc="-85" dirty="0">
                <a:latin typeface="Times New Roman" panose="02020603050405020304" pitchFamily="18" charset="0"/>
                <a:cs typeface="Times New Roman" panose="02020603050405020304" pitchFamily="18" charset="0"/>
              </a:rPr>
              <a:t>inefficiencies</a:t>
            </a:r>
            <a:r>
              <a:rPr lang="en-US" sz="2400" spc="-4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40" dirty="0">
                <a:latin typeface="Times New Roman" panose="02020603050405020304" pitchFamily="18" charset="0"/>
                <a:cs typeface="Times New Roman" panose="02020603050405020304" pitchFamily="18" charset="0"/>
              </a:rPr>
              <a:t> </a:t>
            </a:r>
            <a:r>
              <a:rPr lang="en-US" sz="2400" spc="-70" dirty="0">
                <a:latin typeface="Times New Roman" panose="02020603050405020304" pitchFamily="18" charset="0"/>
                <a:cs typeface="Times New Roman" panose="02020603050405020304" pitchFamily="18" charset="0"/>
              </a:rPr>
              <a:t>compare</a:t>
            </a:r>
            <a:r>
              <a:rPr lang="en-US" sz="2400" spc="-60" dirty="0">
                <a:latin typeface="Times New Roman" panose="02020603050405020304" pitchFamily="18" charset="0"/>
                <a:cs typeface="Times New Roman" panose="02020603050405020304" pitchFamily="18" charset="0"/>
              </a:rPr>
              <a:t> </a:t>
            </a:r>
            <a:r>
              <a:rPr lang="en-US" sz="2400" spc="-140" dirty="0">
                <a:latin typeface="Times New Roman" panose="02020603050405020304" pitchFamily="18" charset="0"/>
                <a:cs typeface="Times New Roman" panose="02020603050405020304" pitchFamily="18" charset="0"/>
              </a:rPr>
              <a:t>country-</a:t>
            </a:r>
            <a:r>
              <a:rPr lang="en-US" sz="2400" spc="-10" dirty="0">
                <a:latin typeface="Times New Roman" panose="02020603050405020304" pitchFamily="18" charset="0"/>
                <a:cs typeface="Times New Roman" panose="02020603050405020304" pitchFamily="18" charset="0"/>
              </a:rPr>
              <a:t>level</a:t>
            </a:r>
            <a:r>
              <a:rPr lang="en-US" sz="2400" dirty="0">
                <a:latin typeface="Times New Roman" panose="02020603050405020304" pitchFamily="18" charset="0"/>
                <a:cs typeface="Times New Roman" panose="02020603050405020304" pitchFamily="18" charset="0"/>
              </a:rPr>
              <a:t> </a:t>
            </a:r>
            <a:r>
              <a:rPr lang="en-US" sz="2400" spc="-130" dirty="0">
                <a:latin typeface="Times New Roman" panose="02020603050405020304" pitchFamily="18" charset="0"/>
                <a:cs typeface="Times New Roman" panose="02020603050405020304" pitchFamily="18" charset="0"/>
              </a:rPr>
              <a:t>performance</a:t>
            </a:r>
            <a:r>
              <a:rPr lang="en-US" sz="2400" spc="-200" dirty="0">
                <a:latin typeface="Times New Roman" panose="02020603050405020304" pitchFamily="18" charset="0"/>
                <a:cs typeface="Times New Roman" panose="02020603050405020304" pitchFamily="18" charset="0"/>
              </a:rPr>
              <a:t> </a:t>
            </a:r>
            <a:r>
              <a:rPr lang="en-US" sz="2400" spc="-70" dirty="0">
                <a:latin typeface="Times New Roman" panose="02020603050405020304" pitchFamily="18" charset="0"/>
                <a:cs typeface="Times New Roman" panose="02020603050405020304" pitchFamily="18" charset="0"/>
              </a:rPr>
              <a:t>using</a:t>
            </a:r>
            <a:r>
              <a:rPr lang="en-US" sz="2400" spc="-180" dirty="0">
                <a:latin typeface="Times New Roman" panose="02020603050405020304" pitchFamily="18" charset="0"/>
                <a:cs typeface="Times New Roman" panose="02020603050405020304" pitchFamily="18" charset="0"/>
              </a:rPr>
              <a:t> </a:t>
            </a:r>
            <a:r>
              <a:rPr lang="en-US" sz="2400" spc="-140" dirty="0">
                <a:latin typeface="Times New Roman" panose="02020603050405020304" pitchFamily="18" charset="0"/>
                <a:cs typeface="Times New Roman" panose="02020603050405020304" pitchFamily="18" charset="0"/>
              </a:rPr>
              <a:t>reliable</a:t>
            </a:r>
            <a:r>
              <a:rPr lang="en-US" sz="2400" spc="-16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insights.</a:t>
            </a:r>
          </a:p>
          <a:p>
            <a:pPr marL="12700" indent="0">
              <a:lnSpc>
                <a:spcPct val="150000"/>
              </a:lnSpc>
              <a:spcBef>
                <a:spcPts val="65"/>
              </a:spcBef>
              <a:buSzPct val="121276"/>
              <a:buNone/>
              <a:tabLst>
                <a:tab pos="355600" algn="l"/>
              </a:tabLst>
            </a:pPr>
            <a:endParaRPr lang="en-US" sz="2400" dirty="0">
              <a:latin typeface="Times New Roman" panose="02020603050405020304" pitchFamily="18" charset="0"/>
              <a:cs typeface="Times New Roman" panose="02020603050405020304" pitchFamily="18" charset="0"/>
            </a:endParaRPr>
          </a:p>
          <a:p>
            <a:pPr marL="469900" indent="-457200">
              <a:lnSpc>
                <a:spcPct val="150000"/>
              </a:lnSpc>
              <a:spcBef>
                <a:spcPts val="65"/>
              </a:spcBef>
              <a:buSzPct val="121276"/>
              <a:buFont typeface="Wingdings" panose="05000000000000000000" pitchFamily="2" charset="2"/>
              <a:buChar char="Ø"/>
              <a:tabLst>
                <a:tab pos="355600" algn="l"/>
              </a:tabLst>
            </a:pPr>
            <a:r>
              <a:rPr lang="en-US" sz="2400" dirty="0">
                <a:latin typeface="Times New Roman" panose="02020603050405020304" pitchFamily="18" charset="0"/>
                <a:cs typeface="Times New Roman" panose="02020603050405020304" pitchFamily="18" charset="0"/>
              </a:rPr>
              <a:t>This project uses SQL-based data analysis to evaluate how energy use, economic growth, and population trends impact global carbon emissions, helping identify high-impact countries, efficiency patterns, and sustainability opportunities.</a:t>
            </a:r>
          </a:p>
        </p:txBody>
      </p:sp>
    </p:spTree>
    <p:extLst>
      <p:ext uri="{BB962C8B-B14F-4D97-AF65-F5344CB8AC3E}">
        <p14:creationId xmlns:p14="http://schemas.microsoft.com/office/powerpoint/2010/main" val="1987437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C4E56-727C-16E0-1C72-332C2AE6EA6F}"/>
              </a:ext>
            </a:extLst>
          </p:cNvPr>
          <p:cNvSpPr>
            <a:spLocks noGrp="1"/>
          </p:cNvSpPr>
          <p:nvPr>
            <p:ph type="title"/>
          </p:nvPr>
        </p:nvSpPr>
        <p:spPr>
          <a:xfrm>
            <a:off x="592393" y="89821"/>
            <a:ext cx="10515600" cy="775417"/>
          </a:xfrm>
        </p:spPr>
        <p:txBody>
          <a:bodyPr/>
          <a:lstStyle/>
          <a:p>
            <a:pPr algn="ctr"/>
            <a:r>
              <a:rPr lang="en-IN" spc="-10" dirty="0">
                <a:solidFill>
                  <a:srgbClr val="FF0000"/>
                </a:solidFill>
                <a:latin typeface="Times New Roman Bold" panose="02020803070505020304" pitchFamily="18" charset="0"/>
                <a:cs typeface="Times New Roman Bold" panose="02020803070505020304" pitchFamily="18" charset="0"/>
              </a:rPr>
              <a:t>OBJECTIVE</a:t>
            </a:r>
            <a:endParaRPr lang="en-IN" dirty="0">
              <a:latin typeface="Times New Roman Bold" panose="02020803070505020304" pitchFamily="18" charset="0"/>
              <a:cs typeface="Times New Roman Bold" panose="02020803070505020304" pitchFamily="18" charset="0"/>
            </a:endParaRPr>
          </a:p>
        </p:txBody>
      </p:sp>
      <p:sp>
        <p:nvSpPr>
          <p:cNvPr id="3" name="Text Placeholder 2">
            <a:extLst>
              <a:ext uri="{FF2B5EF4-FFF2-40B4-BE49-F238E27FC236}">
                <a16:creationId xmlns:a16="http://schemas.microsoft.com/office/drawing/2014/main" id="{E510816E-7705-EFD8-7AB2-B95425AEBC89}"/>
              </a:ext>
            </a:extLst>
          </p:cNvPr>
          <p:cNvSpPr>
            <a:spLocks noGrp="1"/>
          </p:cNvSpPr>
          <p:nvPr>
            <p:ph idx="1"/>
          </p:nvPr>
        </p:nvSpPr>
        <p:spPr>
          <a:xfrm>
            <a:off x="442452" y="1179871"/>
            <a:ext cx="10911348" cy="4997092"/>
          </a:xfrm>
        </p:spPr>
        <p:txBody>
          <a:bodyPr/>
          <a:lstStyle/>
          <a:p>
            <a:pPr>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objective of this project is to analyze global energy consumption, emissions, GDP, population, and energy production data using SQL to identify trends, relationships, and country-level contributions.</a:t>
            </a:r>
          </a:p>
          <a:p>
            <a:pPr marL="114300" indent="0">
              <a:buNone/>
            </a:pPr>
            <a:endParaRPr lang="en-US" dirty="0"/>
          </a:p>
          <a:p>
            <a:pPr>
              <a:buFont typeface="Wingdings" panose="05000000000000000000" pitchFamily="2" charset="2"/>
              <a:buChar char="Ø"/>
            </a:pPr>
            <a:r>
              <a:rPr lang="en-US" b="1" dirty="0">
                <a:latin typeface="Times New Roman Bold" panose="02020803070505020304" pitchFamily="18" charset="0"/>
                <a:cs typeface="Times New Roman Bold" panose="02020803070505020304" pitchFamily="18" charset="0"/>
              </a:rPr>
              <a:t>Goals:</a:t>
            </a:r>
            <a:endParaRPr lang="en-US" dirty="0">
              <a:latin typeface="Times New Roman Bold" panose="02020803070505020304" pitchFamily="18" charset="0"/>
              <a:cs typeface="Times New Roman Bold" panose="02020803070505020304" pitchFamily="18" charset="0"/>
            </a:endParaRPr>
          </a:p>
          <a:p>
            <a:pPr>
              <a:lnSpc>
                <a:spcPct val="100000"/>
              </a:lnSpc>
            </a:pPr>
            <a:r>
              <a:rPr lang="en-US" dirty="0">
                <a:latin typeface="Times New Roman" panose="02020603050405020304" pitchFamily="18" charset="0"/>
                <a:cs typeface="Times New Roman" panose="02020603050405020304" pitchFamily="18" charset="0"/>
              </a:rPr>
              <a:t>Understand emission patterns across countries</a:t>
            </a:r>
          </a:p>
          <a:p>
            <a:pPr>
              <a:lnSpc>
                <a:spcPct val="100000"/>
              </a:lnSpc>
            </a:pPr>
            <a:r>
              <a:rPr lang="en-US" dirty="0">
                <a:latin typeface="Times New Roman" panose="02020603050405020304" pitchFamily="18" charset="0"/>
                <a:cs typeface="Times New Roman" panose="02020603050405020304" pitchFamily="18" charset="0"/>
              </a:rPr>
              <a:t>Compare energy consumption with economic indicators</a:t>
            </a:r>
          </a:p>
          <a:p>
            <a:pPr>
              <a:lnSpc>
                <a:spcPct val="100000"/>
              </a:lnSpc>
            </a:pPr>
            <a:r>
              <a:rPr lang="en-US" dirty="0">
                <a:latin typeface="Times New Roman" panose="02020603050405020304" pitchFamily="18" charset="0"/>
                <a:cs typeface="Times New Roman" panose="02020603050405020304" pitchFamily="18" charset="0"/>
              </a:rPr>
              <a:t>Analyze per-capita energy and emission metrics</a:t>
            </a:r>
          </a:p>
          <a:p>
            <a:pPr>
              <a:lnSpc>
                <a:spcPct val="100000"/>
              </a:lnSpc>
            </a:pPr>
            <a:r>
              <a:rPr lang="en-US" dirty="0">
                <a:latin typeface="Times New Roman" panose="02020603050405020304" pitchFamily="18" charset="0"/>
                <a:cs typeface="Times New Roman" panose="02020603050405020304" pitchFamily="18" charset="0"/>
              </a:rPr>
              <a:t>Identify key drivers of global energy usage</a:t>
            </a:r>
          </a:p>
          <a:p>
            <a:endParaRPr lang="en-IN" dirty="0"/>
          </a:p>
        </p:txBody>
      </p:sp>
    </p:spTree>
    <p:extLst>
      <p:ext uri="{BB962C8B-B14F-4D97-AF65-F5344CB8AC3E}">
        <p14:creationId xmlns:p14="http://schemas.microsoft.com/office/powerpoint/2010/main" val="2896484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83D7E-0576-3AA6-3DD1-D9016C97C552}"/>
              </a:ext>
            </a:extLst>
          </p:cNvPr>
          <p:cNvSpPr>
            <a:spLocks noGrp="1"/>
          </p:cNvSpPr>
          <p:nvPr>
            <p:ph type="title"/>
          </p:nvPr>
        </p:nvSpPr>
        <p:spPr>
          <a:xfrm>
            <a:off x="526026" y="0"/>
            <a:ext cx="10515600" cy="628393"/>
          </a:xfrm>
        </p:spPr>
        <p:txBody>
          <a:bodyPr>
            <a:noAutofit/>
          </a:bodyPr>
          <a:lstStyle/>
          <a:p>
            <a:pPr algn="ctr"/>
            <a:r>
              <a:rPr lang="en-IN" b="1" dirty="0">
                <a:solidFill>
                  <a:srgbClr val="FF0000"/>
                </a:solidFill>
                <a:latin typeface="Times New Roman Bold" panose="02020803070505020304" pitchFamily="18" charset="0"/>
                <a:cs typeface="Times New Roman Bold" panose="02020803070505020304" pitchFamily="18" charset="0"/>
              </a:rPr>
              <a:t>ER Diagram </a:t>
            </a:r>
          </a:p>
        </p:txBody>
      </p:sp>
      <p:sp>
        <p:nvSpPr>
          <p:cNvPr id="6" name="Text Placeholder 5">
            <a:extLst>
              <a:ext uri="{FF2B5EF4-FFF2-40B4-BE49-F238E27FC236}">
                <a16:creationId xmlns:a16="http://schemas.microsoft.com/office/drawing/2014/main" id="{A3AF82C0-87C4-B5F9-2F00-96C6BFFF478D}"/>
              </a:ext>
            </a:extLst>
          </p:cNvPr>
          <p:cNvSpPr>
            <a:spLocks noGrp="1"/>
          </p:cNvSpPr>
          <p:nvPr>
            <p:ph sz="half" idx="1"/>
          </p:nvPr>
        </p:nvSpPr>
        <p:spPr>
          <a:xfrm>
            <a:off x="1" y="628393"/>
            <a:ext cx="5869858" cy="5939555"/>
          </a:xfrm>
        </p:spPr>
        <p:txBody>
          <a:bodyPr>
            <a:normAutofit fontScale="25000" lnSpcReduction="20000"/>
          </a:bodyPr>
          <a:lstStyle/>
          <a:p>
            <a:pPr>
              <a:lnSpc>
                <a:spcPct val="170000"/>
              </a:lnSpc>
              <a:buFont typeface="Wingdings" panose="05000000000000000000" pitchFamily="2" charset="2"/>
              <a:buChar char="Ø"/>
            </a:pPr>
            <a:r>
              <a:rPr lang="en-US" sz="8400" dirty="0">
                <a:latin typeface="Times New Roman" panose="02020603050405020304" pitchFamily="18" charset="0"/>
                <a:cs typeface="Times New Roman" panose="02020603050405020304" pitchFamily="18" charset="0"/>
              </a:rPr>
              <a:t>The project consists of six tables: Country, Consumption, Production, Emission, GDP, and Population.</a:t>
            </a:r>
          </a:p>
          <a:p>
            <a:pPr>
              <a:lnSpc>
                <a:spcPct val="170000"/>
              </a:lnSpc>
              <a:buFont typeface="Wingdings" panose="05000000000000000000" pitchFamily="2" charset="2"/>
              <a:buChar char="Ø"/>
            </a:pPr>
            <a:r>
              <a:rPr lang="en-US" sz="8400" dirty="0">
                <a:latin typeface="Times New Roman" panose="02020603050405020304" pitchFamily="18" charset="0"/>
                <a:cs typeface="Times New Roman" panose="02020603050405020304" pitchFamily="18" charset="0"/>
              </a:rPr>
              <a:t>Each table is connected using Country as the primary linking attribute.</a:t>
            </a:r>
          </a:p>
          <a:p>
            <a:pPr>
              <a:lnSpc>
                <a:spcPct val="170000"/>
              </a:lnSpc>
              <a:buFont typeface="Wingdings" panose="05000000000000000000" pitchFamily="2" charset="2"/>
              <a:buChar char="Ø"/>
            </a:pPr>
            <a:r>
              <a:rPr lang="en-US" sz="8400" dirty="0">
                <a:latin typeface="Times New Roman" panose="02020603050405020304" pitchFamily="18" charset="0"/>
                <a:cs typeface="Times New Roman" panose="02020603050405020304" pitchFamily="18" charset="0"/>
              </a:rPr>
              <a:t>Time-based analysis is performed using the Year column.</a:t>
            </a:r>
          </a:p>
          <a:p>
            <a:pPr>
              <a:lnSpc>
                <a:spcPct val="170000"/>
              </a:lnSpc>
              <a:buFont typeface="Wingdings" panose="05000000000000000000" pitchFamily="2" charset="2"/>
              <a:buChar char="Ø"/>
            </a:pPr>
            <a:r>
              <a:rPr lang="en-US" sz="8400" dirty="0">
                <a:latin typeface="Times New Roman" panose="02020603050405020304" pitchFamily="18" charset="0"/>
                <a:cs typeface="Times New Roman" panose="02020603050405020304" pitchFamily="18" charset="0"/>
              </a:rPr>
              <a:t>Foreign key relationships ensure referential integrity across datasets.</a:t>
            </a:r>
          </a:p>
          <a:p>
            <a:pPr>
              <a:lnSpc>
                <a:spcPct val="170000"/>
              </a:lnSpc>
              <a:buFont typeface="Wingdings" panose="05000000000000000000" pitchFamily="2" charset="2"/>
              <a:buChar char="Ø"/>
            </a:pPr>
            <a:r>
              <a:rPr lang="en-US" sz="8400" dirty="0">
                <a:latin typeface="Times New Roman" panose="02020603050405020304" pitchFamily="18" charset="0"/>
                <a:cs typeface="Times New Roman" panose="02020603050405020304" pitchFamily="18" charset="0"/>
              </a:rPr>
              <a:t>The ER diagram represents relationships between all energy-related datasets.</a:t>
            </a:r>
          </a:p>
          <a:p>
            <a:pPr marL="114300" indent="0">
              <a:buNone/>
            </a:pPr>
            <a:endParaRPr lang="en-IN" dirty="0"/>
          </a:p>
        </p:txBody>
      </p:sp>
      <p:pic>
        <p:nvPicPr>
          <p:cNvPr id="9" name="Picture 8">
            <a:extLst>
              <a:ext uri="{FF2B5EF4-FFF2-40B4-BE49-F238E27FC236}">
                <a16:creationId xmlns:a16="http://schemas.microsoft.com/office/drawing/2014/main" id="{664EFB06-D747-4B29-C089-1E95AD6203A2}"/>
              </a:ext>
            </a:extLst>
          </p:cNvPr>
          <p:cNvPicPr>
            <a:picLocks noChangeAspect="1"/>
          </p:cNvPicPr>
          <p:nvPr/>
        </p:nvPicPr>
        <p:blipFill>
          <a:blip r:embed="rId3"/>
          <a:stretch>
            <a:fillRect/>
          </a:stretch>
        </p:blipFill>
        <p:spPr>
          <a:xfrm>
            <a:off x="5663381" y="707923"/>
            <a:ext cx="6528618" cy="5722374"/>
          </a:xfrm>
          <a:prstGeom prst="rect">
            <a:avLst/>
          </a:prstGeom>
        </p:spPr>
      </p:pic>
    </p:spTree>
    <p:extLst>
      <p:ext uri="{BB962C8B-B14F-4D97-AF65-F5344CB8AC3E}">
        <p14:creationId xmlns:p14="http://schemas.microsoft.com/office/powerpoint/2010/main" val="3723965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C4770F-4B95-7225-9B06-B43C39A20B54}"/>
              </a:ext>
            </a:extLst>
          </p:cNvPr>
          <p:cNvSpPr>
            <a:spLocks noGrp="1"/>
          </p:cNvSpPr>
          <p:nvPr>
            <p:ph type="title"/>
          </p:nvPr>
        </p:nvSpPr>
        <p:spPr>
          <a:xfrm>
            <a:off x="2133599" y="89823"/>
            <a:ext cx="7735529" cy="726256"/>
          </a:xfrm>
        </p:spPr>
        <p:txBody>
          <a:bodyPr>
            <a:normAutofit/>
          </a:bodyPr>
          <a:lstStyle/>
          <a:p>
            <a:r>
              <a:rPr lang="en-IN" sz="4200" dirty="0">
                <a:solidFill>
                  <a:srgbClr val="FF0000"/>
                </a:solidFill>
                <a:latin typeface="Times New Roman Bold" panose="02020803070505020304" pitchFamily="18" charset="0"/>
                <a:cs typeface="Times New Roman Bold" panose="02020803070505020304" pitchFamily="18" charset="0"/>
              </a:rPr>
              <a:t>Database Schema Overview</a:t>
            </a:r>
          </a:p>
        </p:txBody>
      </p:sp>
      <p:sp>
        <p:nvSpPr>
          <p:cNvPr id="6" name="Content Placeholder 5">
            <a:extLst>
              <a:ext uri="{FF2B5EF4-FFF2-40B4-BE49-F238E27FC236}">
                <a16:creationId xmlns:a16="http://schemas.microsoft.com/office/drawing/2014/main" id="{5E2F2FDE-FBCC-496A-A407-2DD202BBA5EB}"/>
              </a:ext>
            </a:extLst>
          </p:cNvPr>
          <p:cNvSpPr>
            <a:spLocks noGrp="1"/>
          </p:cNvSpPr>
          <p:nvPr>
            <p:ph idx="1"/>
          </p:nvPr>
        </p:nvSpPr>
        <p:spPr>
          <a:xfrm>
            <a:off x="196645" y="958646"/>
            <a:ext cx="11127658" cy="5683045"/>
          </a:xfrm>
        </p:spPr>
        <p:txBody>
          <a:bodyPr>
            <a:noAutofit/>
          </a:bodyPr>
          <a:lstStyle/>
          <a:p>
            <a:pPr>
              <a:buFont typeface="Wingdings" panose="05000000000000000000" pitchFamily="2" charset="2"/>
              <a:buChar char="Ø"/>
            </a:pPr>
            <a:r>
              <a:rPr lang="en-US" sz="2400" b="1" dirty="0">
                <a:latin typeface="Times New Roman "/>
              </a:rPr>
              <a:t>Country Table</a:t>
            </a:r>
            <a:endParaRPr lang="en-US" sz="2400" dirty="0">
              <a:latin typeface="Times New Roman "/>
            </a:endParaRPr>
          </a:p>
          <a:p>
            <a:r>
              <a:rPr lang="en-US" sz="2400" dirty="0">
                <a:latin typeface="Times New Roman "/>
              </a:rPr>
              <a:t>Contains unique list of countries with country identifiers.</a:t>
            </a:r>
          </a:p>
          <a:p>
            <a:r>
              <a:rPr lang="en-US" sz="2400" dirty="0">
                <a:latin typeface="Times New Roman "/>
              </a:rPr>
              <a:t>Acts as the reference table used to connect all datasets through the country field.</a:t>
            </a:r>
          </a:p>
          <a:p>
            <a:pPr marL="0" indent="0">
              <a:buNone/>
            </a:pPr>
            <a:endParaRPr lang="en-US" sz="2400" dirty="0">
              <a:latin typeface="Times New Roman "/>
            </a:endParaRPr>
          </a:p>
          <a:p>
            <a:pPr>
              <a:buFont typeface="Wingdings" panose="05000000000000000000" pitchFamily="2" charset="2"/>
              <a:buChar char="Ø"/>
            </a:pPr>
            <a:r>
              <a:rPr lang="en-US" sz="2400" b="1" dirty="0">
                <a:latin typeface="Times New Roman "/>
              </a:rPr>
              <a:t>Population Table</a:t>
            </a:r>
            <a:endParaRPr lang="en-US" sz="2400" dirty="0">
              <a:latin typeface="Times New Roman "/>
            </a:endParaRPr>
          </a:p>
          <a:p>
            <a:r>
              <a:rPr lang="en-US" sz="2400" dirty="0">
                <a:latin typeface="Times New Roman "/>
              </a:rPr>
              <a:t>Stores yearly population values for each country.</a:t>
            </a:r>
          </a:p>
          <a:p>
            <a:r>
              <a:rPr lang="en-US" sz="2400" dirty="0">
                <a:latin typeface="Times New Roman "/>
              </a:rPr>
              <a:t>Used for per-capita calculations such as emissions per capita and energy consumption per capita.</a:t>
            </a:r>
          </a:p>
          <a:p>
            <a:pPr marL="0" indent="0">
              <a:buNone/>
            </a:pPr>
            <a:endParaRPr lang="en-US" sz="2400" dirty="0">
              <a:latin typeface="Times New Roman "/>
            </a:endParaRPr>
          </a:p>
          <a:p>
            <a:pPr>
              <a:buFont typeface="Wingdings" panose="05000000000000000000" pitchFamily="2" charset="2"/>
              <a:buChar char="Ø"/>
            </a:pPr>
            <a:r>
              <a:rPr lang="en-US" sz="2400" b="1" dirty="0">
                <a:latin typeface="Times New Roman "/>
              </a:rPr>
              <a:t>GDP_3 Table</a:t>
            </a:r>
            <a:endParaRPr lang="en-US" sz="2400" dirty="0">
              <a:latin typeface="Times New Roman "/>
            </a:endParaRPr>
          </a:p>
          <a:p>
            <a:r>
              <a:rPr lang="en-US" sz="2400" dirty="0">
                <a:latin typeface="Times New Roman "/>
              </a:rPr>
              <a:t>Contains yearly GDP values for each country.</a:t>
            </a:r>
          </a:p>
          <a:p>
            <a:r>
              <a:rPr lang="en-US" sz="2400" dirty="0">
                <a:latin typeface="Times New Roman "/>
              </a:rPr>
              <a:t>Enables economic comparison with energy consumption and emissions for efficiency analysis.</a:t>
            </a:r>
          </a:p>
        </p:txBody>
      </p:sp>
    </p:spTree>
    <p:extLst>
      <p:ext uri="{BB962C8B-B14F-4D97-AF65-F5344CB8AC3E}">
        <p14:creationId xmlns:p14="http://schemas.microsoft.com/office/powerpoint/2010/main" val="3131800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88B45-88C5-86F3-6A7E-982055EF370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F75CBC0-1890-50DA-7335-23552244696E}"/>
              </a:ext>
            </a:extLst>
          </p:cNvPr>
          <p:cNvSpPr>
            <a:spLocks noGrp="1"/>
          </p:cNvSpPr>
          <p:nvPr>
            <p:ph type="title"/>
          </p:nvPr>
        </p:nvSpPr>
        <p:spPr>
          <a:xfrm>
            <a:off x="2133599" y="89823"/>
            <a:ext cx="7735529" cy="726256"/>
          </a:xfrm>
        </p:spPr>
        <p:txBody>
          <a:bodyPr>
            <a:normAutofit/>
          </a:bodyPr>
          <a:lstStyle/>
          <a:p>
            <a:r>
              <a:rPr lang="en-IN" sz="4200" dirty="0">
                <a:solidFill>
                  <a:srgbClr val="FF0000"/>
                </a:solidFill>
                <a:latin typeface="Times New Roman Bold" panose="02020803070505020304" pitchFamily="18" charset="0"/>
                <a:cs typeface="Times New Roman Bold" panose="02020803070505020304" pitchFamily="18" charset="0"/>
              </a:rPr>
              <a:t>Database Schema Overview</a:t>
            </a:r>
          </a:p>
        </p:txBody>
      </p:sp>
      <p:sp>
        <p:nvSpPr>
          <p:cNvPr id="6" name="Content Placeholder 5">
            <a:extLst>
              <a:ext uri="{FF2B5EF4-FFF2-40B4-BE49-F238E27FC236}">
                <a16:creationId xmlns:a16="http://schemas.microsoft.com/office/drawing/2014/main" id="{035E93D1-CCB7-87CD-8E9E-9C851D40C4F9}"/>
              </a:ext>
            </a:extLst>
          </p:cNvPr>
          <p:cNvSpPr>
            <a:spLocks noGrp="1"/>
          </p:cNvSpPr>
          <p:nvPr>
            <p:ph idx="1"/>
          </p:nvPr>
        </p:nvSpPr>
        <p:spPr>
          <a:xfrm>
            <a:off x="224911" y="1009141"/>
            <a:ext cx="11552904" cy="5858693"/>
          </a:xfrm>
        </p:spPr>
        <p:txBody>
          <a:bodyPr>
            <a:noAutofit/>
          </a:bodyPr>
          <a:lstStyle/>
          <a:p>
            <a:pPr>
              <a:buFont typeface="Wingdings" panose="05000000000000000000" pitchFamily="2" charset="2"/>
              <a:buChar char="Ø"/>
            </a:pPr>
            <a:r>
              <a:rPr lang="en-US" sz="2400" b="1" dirty="0">
                <a:latin typeface="Times New Roman "/>
              </a:rPr>
              <a:t>Emission_3 Table</a:t>
            </a:r>
            <a:endParaRPr lang="en-US" sz="2400" dirty="0">
              <a:latin typeface="Times New Roman "/>
            </a:endParaRPr>
          </a:p>
          <a:p>
            <a:r>
              <a:rPr lang="en-US" sz="2400" dirty="0">
                <a:latin typeface="Times New Roman "/>
              </a:rPr>
              <a:t>Contains CO₂ emissions by country, year, and energy source.</a:t>
            </a:r>
          </a:p>
          <a:p>
            <a:r>
              <a:rPr lang="en-US" sz="2400" dirty="0">
                <a:latin typeface="Times New Roman "/>
              </a:rPr>
              <a:t>Used to analyze emission trends, global emission share, and emission intensity.</a:t>
            </a:r>
          </a:p>
          <a:p>
            <a:pPr marL="0" indent="0">
              <a:buNone/>
            </a:pPr>
            <a:endParaRPr lang="en-US" sz="2400" dirty="0">
              <a:latin typeface="Times New Roman "/>
            </a:endParaRPr>
          </a:p>
          <a:p>
            <a:pPr>
              <a:buFont typeface="Wingdings" panose="05000000000000000000" pitchFamily="2" charset="2"/>
              <a:buChar char="Ø"/>
            </a:pPr>
            <a:r>
              <a:rPr lang="en-US" sz="2400" b="1" dirty="0">
                <a:latin typeface="Times New Roman "/>
              </a:rPr>
              <a:t>Production Table</a:t>
            </a:r>
            <a:endParaRPr lang="en-US" sz="2400" dirty="0">
              <a:latin typeface="Times New Roman "/>
            </a:endParaRPr>
          </a:p>
          <a:p>
            <a:r>
              <a:rPr lang="en-US" sz="2400" dirty="0">
                <a:latin typeface="Times New Roman "/>
              </a:rPr>
              <a:t>Stores yearly energy production values by country and energy type.</a:t>
            </a:r>
          </a:p>
          <a:p>
            <a:r>
              <a:rPr lang="en-US" sz="2400" dirty="0">
                <a:latin typeface="Times New Roman "/>
              </a:rPr>
              <a:t>Helps evaluate production capacity and production-per-capita metrics.</a:t>
            </a:r>
          </a:p>
          <a:p>
            <a:pPr marL="0" indent="0">
              <a:buNone/>
            </a:pPr>
            <a:endParaRPr lang="en-US" sz="2400" dirty="0">
              <a:latin typeface="Times New Roman "/>
            </a:endParaRPr>
          </a:p>
          <a:p>
            <a:pPr>
              <a:buFont typeface="Wingdings" panose="05000000000000000000" pitchFamily="2" charset="2"/>
              <a:buChar char="Ø"/>
            </a:pPr>
            <a:r>
              <a:rPr lang="en-US" sz="2400" b="1" dirty="0">
                <a:latin typeface="Times New Roman "/>
              </a:rPr>
              <a:t>Consumption Table</a:t>
            </a:r>
            <a:endParaRPr lang="en-US" sz="2400" dirty="0">
              <a:latin typeface="Times New Roman "/>
            </a:endParaRPr>
          </a:p>
          <a:p>
            <a:r>
              <a:rPr lang="en-US" sz="2400" dirty="0">
                <a:latin typeface="Times New Roman "/>
              </a:rPr>
              <a:t>Contains yearly energy consumption by country and energy type.</a:t>
            </a:r>
          </a:p>
          <a:p>
            <a:r>
              <a:rPr lang="en-US" sz="2400" dirty="0">
                <a:latin typeface="Times New Roman "/>
              </a:rPr>
              <a:t>Used to analyze energy demand patterns and consumption-to-GDP efficiency.</a:t>
            </a:r>
          </a:p>
        </p:txBody>
      </p:sp>
    </p:spTree>
    <p:extLst>
      <p:ext uri="{BB962C8B-B14F-4D97-AF65-F5344CB8AC3E}">
        <p14:creationId xmlns:p14="http://schemas.microsoft.com/office/powerpoint/2010/main" val="4120091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265175" y="1179830"/>
              <a:ext cx="2395728" cy="2012188"/>
            </a:xfrm>
            <a:prstGeom prst="rect">
              <a:avLst/>
            </a:prstGeom>
          </p:spPr>
        </p:pic>
        <p:pic>
          <p:nvPicPr>
            <p:cNvPr id="4" name="object 4"/>
            <p:cNvPicPr/>
            <p:nvPr/>
          </p:nvPicPr>
          <p:blipFill>
            <a:blip r:embed="rId3" cstate="print"/>
            <a:stretch>
              <a:fillRect/>
            </a:stretch>
          </p:blipFill>
          <p:spPr>
            <a:xfrm>
              <a:off x="3520440" y="1179830"/>
              <a:ext cx="5148071" cy="2012188"/>
            </a:xfrm>
            <a:prstGeom prst="rect">
              <a:avLst/>
            </a:prstGeom>
          </p:spPr>
        </p:pic>
        <p:pic>
          <p:nvPicPr>
            <p:cNvPr id="5" name="object 5"/>
            <p:cNvPicPr/>
            <p:nvPr/>
          </p:nvPicPr>
          <p:blipFill>
            <a:blip r:embed="rId4" cstate="print"/>
            <a:stretch>
              <a:fillRect/>
            </a:stretch>
          </p:blipFill>
          <p:spPr>
            <a:xfrm>
              <a:off x="9363456" y="1179830"/>
              <a:ext cx="2587752" cy="2012188"/>
            </a:xfrm>
            <a:prstGeom prst="rect">
              <a:avLst/>
            </a:prstGeom>
          </p:spPr>
        </p:pic>
        <p:pic>
          <p:nvPicPr>
            <p:cNvPr id="6" name="object 6"/>
            <p:cNvPicPr/>
            <p:nvPr/>
          </p:nvPicPr>
          <p:blipFill>
            <a:blip r:embed="rId5" cstate="print"/>
            <a:stretch>
              <a:fillRect/>
            </a:stretch>
          </p:blipFill>
          <p:spPr>
            <a:xfrm>
              <a:off x="265175" y="3667620"/>
              <a:ext cx="3538728" cy="2405507"/>
            </a:xfrm>
            <a:prstGeom prst="rect">
              <a:avLst/>
            </a:prstGeom>
          </p:spPr>
        </p:pic>
        <p:pic>
          <p:nvPicPr>
            <p:cNvPr id="7" name="object 7"/>
            <p:cNvPicPr/>
            <p:nvPr/>
          </p:nvPicPr>
          <p:blipFill>
            <a:blip r:embed="rId6" cstate="print"/>
            <a:stretch>
              <a:fillRect/>
            </a:stretch>
          </p:blipFill>
          <p:spPr>
            <a:xfrm>
              <a:off x="4270247" y="3667620"/>
              <a:ext cx="2798063" cy="2405507"/>
            </a:xfrm>
            <a:prstGeom prst="rect">
              <a:avLst/>
            </a:prstGeom>
          </p:spPr>
        </p:pic>
        <p:pic>
          <p:nvPicPr>
            <p:cNvPr id="8" name="object 8"/>
            <p:cNvPicPr/>
            <p:nvPr/>
          </p:nvPicPr>
          <p:blipFill>
            <a:blip r:embed="rId7" cstate="print"/>
            <a:stretch>
              <a:fillRect/>
            </a:stretch>
          </p:blipFill>
          <p:spPr>
            <a:xfrm>
              <a:off x="7534656" y="3667633"/>
              <a:ext cx="4416552" cy="2405494"/>
            </a:xfrm>
            <a:prstGeom prst="rect">
              <a:avLst/>
            </a:prstGeom>
          </p:spPr>
        </p:pic>
      </p:grpSp>
      <p:sp>
        <p:nvSpPr>
          <p:cNvPr id="9" name="object 9"/>
          <p:cNvSpPr txBox="1">
            <a:spLocks noGrp="1"/>
          </p:cNvSpPr>
          <p:nvPr>
            <p:ph type="title"/>
          </p:nvPr>
        </p:nvSpPr>
        <p:spPr>
          <a:xfrm>
            <a:off x="232930" y="62610"/>
            <a:ext cx="2962554" cy="1109980"/>
          </a:xfrm>
          <a:prstGeom prst="rect">
            <a:avLst/>
          </a:prstGeom>
        </p:spPr>
        <p:txBody>
          <a:bodyPr vert="horz" wrap="square" lIns="0" tIns="12065" rIns="0" bIns="0" rtlCol="0">
            <a:spAutoFit/>
          </a:bodyPr>
          <a:lstStyle/>
          <a:p>
            <a:pPr marL="12700">
              <a:lnSpc>
                <a:spcPct val="100000"/>
              </a:lnSpc>
              <a:spcBef>
                <a:spcPts val="95"/>
              </a:spcBef>
            </a:pPr>
            <a:r>
              <a:rPr spc="-130" dirty="0">
                <a:solidFill>
                  <a:srgbClr val="FF0000"/>
                </a:solidFill>
                <a:latin typeface="Times New Roman Bold" panose="02020803070505020304" pitchFamily="18" charset="0"/>
                <a:cs typeface="Times New Roman Bold" panose="02020803070505020304" pitchFamily="18" charset="0"/>
              </a:rPr>
              <a:t>Tables</a:t>
            </a:r>
            <a:r>
              <a:rPr spc="-370" dirty="0">
                <a:solidFill>
                  <a:srgbClr val="FF0000"/>
                </a:solidFill>
                <a:latin typeface="Times New Roman Bold" panose="02020803070505020304" pitchFamily="18" charset="0"/>
                <a:cs typeface="Times New Roman Bold" panose="02020803070505020304" pitchFamily="18" charset="0"/>
              </a:rPr>
              <a:t> </a:t>
            </a:r>
            <a:r>
              <a:rPr spc="-830" dirty="0">
                <a:solidFill>
                  <a:srgbClr val="FF0000"/>
                </a:solidFill>
                <a:latin typeface="Times New Roman Bold" panose="02020803070505020304" pitchFamily="18" charset="0"/>
                <a:cs typeface="Times New Roman Bold" panose="02020803070505020304" pitchFamily="18" charset="0"/>
              </a:rPr>
              <a:t>:</a:t>
            </a:r>
          </a:p>
          <a:p>
            <a:pPr marL="666750">
              <a:lnSpc>
                <a:spcPct val="100000"/>
              </a:lnSpc>
              <a:spcBef>
                <a:spcPts val="145"/>
              </a:spcBef>
            </a:pPr>
            <a:r>
              <a:rPr sz="2600" spc="-10" dirty="0">
                <a:solidFill>
                  <a:srgbClr val="0D0D0D"/>
                </a:solidFill>
              </a:rPr>
              <a:t>Country</a:t>
            </a:r>
            <a:endParaRPr sz="2600" dirty="0"/>
          </a:p>
        </p:txBody>
      </p:sp>
      <p:sp>
        <p:nvSpPr>
          <p:cNvPr id="10" name="object 10"/>
          <p:cNvSpPr txBox="1"/>
          <p:nvPr/>
        </p:nvSpPr>
        <p:spPr>
          <a:xfrm>
            <a:off x="5117338" y="751332"/>
            <a:ext cx="1725295" cy="421640"/>
          </a:xfrm>
          <a:prstGeom prst="rect">
            <a:avLst/>
          </a:prstGeom>
        </p:spPr>
        <p:txBody>
          <a:bodyPr vert="horz" wrap="square" lIns="0" tIns="12065" rIns="0" bIns="0" rtlCol="0">
            <a:spAutoFit/>
          </a:bodyPr>
          <a:lstStyle/>
          <a:p>
            <a:pPr marL="12700">
              <a:lnSpc>
                <a:spcPct val="100000"/>
              </a:lnSpc>
              <a:spcBef>
                <a:spcPts val="95"/>
              </a:spcBef>
            </a:pPr>
            <a:r>
              <a:rPr sz="2600" spc="-145" dirty="0">
                <a:solidFill>
                  <a:srgbClr val="0D0D0D"/>
                </a:solidFill>
                <a:latin typeface="Verdana"/>
                <a:cs typeface="Verdana"/>
              </a:rPr>
              <a:t>Emission_3</a:t>
            </a:r>
            <a:endParaRPr sz="2600" dirty="0">
              <a:latin typeface="Verdana"/>
              <a:cs typeface="Verdana"/>
            </a:endParaRPr>
          </a:p>
        </p:txBody>
      </p:sp>
      <p:sp>
        <p:nvSpPr>
          <p:cNvPr id="11" name="object 11"/>
          <p:cNvSpPr txBox="1"/>
          <p:nvPr/>
        </p:nvSpPr>
        <p:spPr>
          <a:xfrm>
            <a:off x="9896085" y="751332"/>
            <a:ext cx="1754505" cy="421640"/>
          </a:xfrm>
          <a:prstGeom prst="rect">
            <a:avLst/>
          </a:prstGeom>
        </p:spPr>
        <p:txBody>
          <a:bodyPr vert="horz" wrap="square" lIns="0" tIns="12065" rIns="0" bIns="0" rtlCol="0">
            <a:spAutoFit/>
          </a:bodyPr>
          <a:lstStyle/>
          <a:p>
            <a:pPr marL="12700">
              <a:lnSpc>
                <a:spcPct val="100000"/>
              </a:lnSpc>
              <a:spcBef>
                <a:spcPts val="95"/>
              </a:spcBef>
            </a:pPr>
            <a:r>
              <a:rPr sz="2600" spc="-10" dirty="0">
                <a:solidFill>
                  <a:srgbClr val="0D0D0D"/>
                </a:solidFill>
                <a:latin typeface="Verdana"/>
                <a:cs typeface="Verdana"/>
              </a:rPr>
              <a:t>Population</a:t>
            </a:r>
            <a:endParaRPr sz="2600">
              <a:latin typeface="Verdana"/>
              <a:cs typeface="Verdana"/>
            </a:endParaRPr>
          </a:p>
        </p:txBody>
      </p:sp>
      <p:sp>
        <p:nvSpPr>
          <p:cNvPr id="12" name="object 12"/>
          <p:cNvSpPr txBox="1"/>
          <p:nvPr/>
        </p:nvSpPr>
        <p:spPr>
          <a:xfrm>
            <a:off x="858189" y="3259899"/>
            <a:ext cx="1764664" cy="421005"/>
          </a:xfrm>
          <a:prstGeom prst="rect">
            <a:avLst/>
          </a:prstGeom>
        </p:spPr>
        <p:txBody>
          <a:bodyPr vert="horz" wrap="square" lIns="0" tIns="12065" rIns="0" bIns="0" rtlCol="0">
            <a:spAutoFit/>
          </a:bodyPr>
          <a:lstStyle/>
          <a:p>
            <a:pPr marL="12700">
              <a:lnSpc>
                <a:spcPct val="100000"/>
              </a:lnSpc>
              <a:spcBef>
                <a:spcPts val="95"/>
              </a:spcBef>
            </a:pPr>
            <a:r>
              <a:rPr sz="2600" spc="-10" dirty="0">
                <a:solidFill>
                  <a:srgbClr val="0D0D0D"/>
                </a:solidFill>
                <a:latin typeface="Verdana"/>
                <a:cs typeface="Verdana"/>
              </a:rPr>
              <a:t>Production</a:t>
            </a:r>
            <a:endParaRPr sz="2600">
              <a:latin typeface="Verdana"/>
              <a:cs typeface="Verdana"/>
            </a:endParaRPr>
          </a:p>
        </p:txBody>
      </p:sp>
      <p:sp>
        <p:nvSpPr>
          <p:cNvPr id="13" name="object 13"/>
          <p:cNvSpPr txBox="1"/>
          <p:nvPr/>
        </p:nvSpPr>
        <p:spPr>
          <a:xfrm>
            <a:off x="5215517" y="3259899"/>
            <a:ext cx="1030605" cy="421005"/>
          </a:xfrm>
          <a:prstGeom prst="rect">
            <a:avLst/>
          </a:prstGeom>
        </p:spPr>
        <p:txBody>
          <a:bodyPr vert="horz" wrap="square" lIns="0" tIns="12065" rIns="0" bIns="0" rtlCol="0">
            <a:spAutoFit/>
          </a:bodyPr>
          <a:lstStyle/>
          <a:p>
            <a:pPr marL="12700">
              <a:lnSpc>
                <a:spcPct val="100000"/>
              </a:lnSpc>
              <a:spcBef>
                <a:spcPts val="95"/>
              </a:spcBef>
            </a:pPr>
            <a:r>
              <a:rPr sz="2600" spc="-190" dirty="0">
                <a:solidFill>
                  <a:srgbClr val="0D0D0D"/>
                </a:solidFill>
                <a:latin typeface="Verdana"/>
                <a:cs typeface="Verdana"/>
              </a:rPr>
              <a:t>GDP_3</a:t>
            </a:r>
            <a:endParaRPr sz="2600">
              <a:latin typeface="Verdana"/>
              <a:cs typeface="Verdana"/>
            </a:endParaRPr>
          </a:p>
        </p:txBody>
      </p:sp>
      <p:sp>
        <p:nvSpPr>
          <p:cNvPr id="14" name="object 14"/>
          <p:cNvSpPr txBox="1"/>
          <p:nvPr/>
        </p:nvSpPr>
        <p:spPr>
          <a:xfrm>
            <a:off x="8932250" y="3259899"/>
            <a:ext cx="2139315" cy="421005"/>
          </a:xfrm>
          <a:prstGeom prst="rect">
            <a:avLst/>
          </a:prstGeom>
        </p:spPr>
        <p:txBody>
          <a:bodyPr vert="horz" wrap="square" lIns="0" tIns="12065" rIns="0" bIns="0" rtlCol="0">
            <a:spAutoFit/>
          </a:bodyPr>
          <a:lstStyle/>
          <a:p>
            <a:pPr marL="12700">
              <a:lnSpc>
                <a:spcPct val="100000"/>
              </a:lnSpc>
              <a:spcBef>
                <a:spcPts val="95"/>
              </a:spcBef>
            </a:pPr>
            <a:r>
              <a:rPr sz="2600" spc="-50" dirty="0">
                <a:solidFill>
                  <a:srgbClr val="0D0D0D"/>
                </a:solidFill>
                <a:latin typeface="Verdana"/>
                <a:cs typeface="Verdana"/>
              </a:rPr>
              <a:t>Consumption</a:t>
            </a:r>
            <a:endParaRPr sz="2600">
              <a:latin typeface="Verdana"/>
              <a:cs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9253" y="842948"/>
            <a:ext cx="11170285"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sz="2350" dirty="0">
                <a:solidFill>
                  <a:srgbClr val="0D0D0D"/>
                </a:solidFill>
                <a:latin typeface="Verdana"/>
                <a:cs typeface="Verdana"/>
              </a:rPr>
              <a:t>What</a:t>
            </a:r>
            <a:r>
              <a:rPr sz="2350" spc="-125" dirty="0">
                <a:solidFill>
                  <a:srgbClr val="0D0D0D"/>
                </a:solidFill>
                <a:latin typeface="Verdana"/>
                <a:cs typeface="Verdana"/>
              </a:rPr>
              <a:t> </a:t>
            </a:r>
            <a:r>
              <a:rPr sz="2350" spc="-65" dirty="0">
                <a:solidFill>
                  <a:srgbClr val="0D0D0D"/>
                </a:solidFill>
                <a:latin typeface="Verdana"/>
                <a:cs typeface="Verdana"/>
              </a:rPr>
              <a:t>is</a:t>
            </a:r>
            <a:r>
              <a:rPr sz="2350" spc="-95" dirty="0">
                <a:solidFill>
                  <a:srgbClr val="0D0D0D"/>
                </a:solidFill>
                <a:latin typeface="Verdana"/>
                <a:cs typeface="Verdana"/>
              </a:rPr>
              <a:t> </a:t>
            </a:r>
            <a:r>
              <a:rPr sz="2350" spc="-25" dirty="0">
                <a:solidFill>
                  <a:srgbClr val="0D0D0D"/>
                </a:solidFill>
                <a:latin typeface="Verdana"/>
                <a:cs typeface="Verdana"/>
              </a:rPr>
              <a:t>the</a:t>
            </a:r>
            <a:r>
              <a:rPr sz="2350" spc="-204" dirty="0">
                <a:solidFill>
                  <a:srgbClr val="0D0D0D"/>
                </a:solidFill>
                <a:latin typeface="Verdana"/>
                <a:cs typeface="Verdana"/>
              </a:rPr>
              <a:t> </a:t>
            </a:r>
            <a:r>
              <a:rPr sz="2350" dirty="0">
                <a:solidFill>
                  <a:srgbClr val="0D0D0D"/>
                </a:solidFill>
                <a:latin typeface="Verdana"/>
                <a:cs typeface="Verdana"/>
              </a:rPr>
              <a:t>total</a:t>
            </a:r>
            <a:r>
              <a:rPr sz="2350" spc="-204" dirty="0">
                <a:solidFill>
                  <a:srgbClr val="0D0D0D"/>
                </a:solidFill>
                <a:latin typeface="Verdana"/>
                <a:cs typeface="Verdana"/>
              </a:rPr>
              <a:t> </a:t>
            </a:r>
            <a:r>
              <a:rPr sz="2350" spc="-45" dirty="0">
                <a:solidFill>
                  <a:srgbClr val="0D0D0D"/>
                </a:solidFill>
                <a:latin typeface="Verdana"/>
                <a:cs typeface="Verdana"/>
              </a:rPr>
              <a:t>emission</a:t>
            </a:r>
            <a:r>
              <a:rPr sz="2350" spc="-190" dirty="0">
                <a:solidFill>
                  <a:srgbClr val="0D0D0D"/>
                </a:solidFill>
                <a:latin typeface="Verdana"/>
                <a:cs typeface="Verdana"/>
              </a:rPr>
              <a:t> </a:t>
            </a:r>
            <a:r>
              <a:rPr sz="2350" spc="-25" dirty="0">
                <a:solidFill>
                  <a:srgbClr val="0D0D0D"/>
                </a:solidFill>
                <a:latin typeface="Verdana"/>
                <a:cs typeface="Verdana"/>
              </a:rPr>
              <a:t>per</a:t>
            </a:r>
            <a:r>
              <a:rPr sz="2350" spc="-180" dirty="0">
                <a:solidFill>
                  <a:srgbClr val="0D0D0D"/>
                </a:solidFill>
                <a:latin typeface="Verdana"/>
                <a:cs typeface="Verdana"/>
              </a:rPr>
              <a:t> </a:t>
            </a:r>
            <a:r>
              <a:rPr sz="2350" spc="-10" dirty="0">
                <a:solidFill>
                  <a:srgbClr val="0D0D0D"/>
                </a:solidFill>
                <a:latin typeface="Verdana"/>
                <a:cs typeface="Verdana"/>
              </a:rPr>
              <a:t>country</a:t>
            </a:r>
            <a:r>
              <a:rPr sz="2350" spc="-125" dirty="0">
                <a:solidFill>
                  <a:srgbClr val="0D0D0D"/>
                </a:solidFill>
                <a:latin typeface="Verdana"/>
                <a:cs typeface="Verdana"/>
              </a:rPr>
              <a:t> </a:t>
            </a:r>
            <a:r>
              <a:rPr sz="2350" dirty="0">
                <a:solidFill>
                  <a:srgbClr val="0D0D0D"/>
                </a:solidFill>
                <a:latin typeface="Verdana"/>
                <a:cs typeface="Verdana"/>
              </a:rPr>
              <a:t>for</a:t>
            </a:r>
            <a:r>
              <a:rPr sz="2350" spc="-105" dirty="0">
                <a:solidFill>
                  <a:srgbClr val="0D0D0D"/>
                </a:solidFill>
                <a:latin typeface="Verdana"/>
                <a:cs typeface="Verdana"/>
              </a:rPr>
              <a:t> </a:t>
            </a:r>
            <a:r>
              <a:rPr sz="2350" spc="-25" dirty="0">
                <a:solidFill>
                  <a:srgbClr val="0D0D0D"/>
                </a:solidFill>
                <a:latin typeface="Verdana"/>
                <a:cs typeface="Verdana"/>
              </a:rPr>
              <a:t>the</a:t>
            </a:r>
            <a:r>
              <a:rPr sz="2350" spc="-204" dirty="0">
                <a:solidFill>
                  <a:srgbClr val="0D0D0D"/>
                </a:solidFill>
                <a:latin typeface="Verdana"/>
                <a:cs typeface="Verdana"/>
              </a:rPr>
              <a:t> </a:t>
            </a:r>
            <a:r>
              <a:rPr sz="2350" spc="-20" dirty="0">
                <a:solidFill>
                  <a:srgbClr val="0D0D0D"/>
                </a:solidFill>
                <a:latin typeface="Verdana"/>
                <a:cs typeface="Verdana"/>
              </a:rPr>
              <a:t>most</a:t>
            </a:r>
            <a:r>
              <a:rPr sz="2350" spc="-130" dirty="0">
                <a:solidFill>
                  <a:srgbClr val="0D0D0D"/>
                </a:solidFill>
                <a:latin typeface="Verdana"/>
                <a:cs typeface="Verdana"/>
              </a:rPr>
              <a:t> </a:t>
            </a:r>
            <a:r>
              <a:rPr sz="2350" spc="-40" dirty="0">
                <a:solidFill>
                  <a:srgbClr val="0D0D0D"/>
                </a:solidFill>
                <a:latin typeface="Verdana"/>
                <a:cs typeface="Verdana"/>
              </a:rPr>
              <a:t>recent</a:t>
            </a:r>
            <a:r>
              <a:rPr sz="2350" spc="-120" dirty="0">
                <a:solidFill>
                  <a:srgbClr val="0D0D0D"/>
                </a:solidFill>
                <a:latin typeface="Verdana"/>
                <a:cs typeface="Verdana"/>
              </a:rPr>
              <a:t> </a:t>
            </a:r>
            <a:r>
              <a:rPr sz="2350" spc="-85" dirty="0">
                <a:solidFill>
                  <a:srgbClr val="0D0D0D"/>
                </a:solidFill>
                <a:latin typeface="Verdana"/>
                <a:cs typeface="Verdana"/>
              </a:rPr>
              <a:t>year</a:t>
            </a:r>
            <a:r>
              <a:rPr sz="2350" spc="-110" dirty="0">
                <a:solidFill>
                  <a:srgbClr val="0D0D0D"/>
                </a:solidFill>
                <a:latin typeface="Verdana"/>
                <a:cs typeface="Verdana"/>
              </a:rPr>
              <a:t> </a:t>
            </a:r>
            <a:r>
              <a:rPr sz="2350" spc="-10" dirty="0">
                <a:solidFill>
                  <a:srgbClr val="0D0D0D"/>
                </a:solidFill>
                <a:latin typeface="Verdana"/>
                <a:cs typeface="Verdana"/>
              </a:rPr>
              <a:t>available?</a:t>
            </a:r>
            <a:endParaRPr sz="2350" dirty="0">
              <a:latin typeface="Verdana"/>
              <a:cs typeface="Verdana"/>
            </a:endParaRPr>
          </a:p>
        </p:txBody>
      </p:sp>
      <p:sp>
        <p:nvSpPr>
          <p:cNvPr id="3" name="object 3"/>
          <p:cNvSpPr txBox="1">
            <a:spLocks noGrp="1"/>
          </p:cNvSpPr>
          <p:nvPr>
            <p:ph type="title"/>
          </p:nvPr>
        </p:nvSpPr>
        <p:spPr>
          <a:xfrm>
            <a:off x="2714517" y="36293"/>
            <a:ext cx="6046026" cy="702756"/>
          </a:xfrm>
          <a:prstGeom prst="rect">
            <a:avLst/>
          </a:prstGeom>
        </p:spPr>
        <p:txBody>
          <a:bodyPr vert="horz" wrap="square" lIns="0" tIns="12700" rIns="0" bIns="0" rtlCol="0">
            <a:spAutoFit/>
          </a:bodyPr>
          <a:lstStyle/>
          <a:p>
            <a:pPr marL="135255">
              <a:lnSpc>
                <a:spcPct val="100000"/>
              </a:lnSpc>
              <a:spcBef>
                <a:spcPts val="100"/>
              </a:spcBef>
            </a:pPr>
            <a:r>
              <a:rPr spc="-160" dirty="0">
                <a:solidFill>
                  <a:srgbClr val="FF0000"/>
                </a:solidFill>
                <a:latin typeface="Times New Roman Bold" panose="02020803070505020304" pitchFamily="18" charset="0"/>
                <a:cs typeface="Times New Roman Bold" panose="02020803070505020304" pitchFamily="18" charset="0"/>
              </a:rPr>
              <a:t>Key</a:t>
            </a:r>
            <a:r>
              <a:rPr spc="-280" dirty="0">
                <a:solidFill>
                  <a:srgbClr val="FF0000"/>
                </a:solidFill>
                <a:latin typeface="Times New Roman Bold" panose="02020803070505020304" pitchFamily="18" charset="0"/>
                <a:cs typeface="Times New Roman Bold" panose="02020803070505020304" pitchFamily="18" charset="0"/>
              </a:rPr>
              <a:t> </a:t>
            </a:r>
            <a:r>
              <a:rPr spc="-114" dirty="0">
                <a:solidFill>
                  <a:srgbClr val="FF0000"/>
                </a:solidFill>
                <a:latin typeface="Times New Roman Bold" panose="02020803070505020304" pitchFamily="18" charset="0"/>
                <a:cs typeface="Times New Roman Bold" panose="02020803070505020304" pitchFamily="18" charset="0"/>
              </a:rPr>
              <a:t>Analysis</a:t>
            </a:r>
            <a:r>
              <a:rPr spc="-330" dirty="0">
                <a:solidFill>
                  <a:srgbClr val="FF0000"/>
                </a:solidFill>
                <a:latin typeface="Times New Roman Bold" panose="02020803070505020304" pitchFamily="18" charset="0"/>
                <a:cs typeface="Times New Roman Bold" panose="02020803070505020304" pitchFamily="18" charset="0"/>
              </a:rPr>
              <a:t> </a:t>
            </a:r>
            <a:r>
              <a:rPr spc="-114" dirty="0">
                <a:solidFill>
                  <a:srgbClr val="FF0000"/>
                </a:solidFill>
                <a:latin typeface="Times New Roman Bold" panose="02020803070505020304" pitchFamily="18" charset="0"/>
                <a:cs typeface="Times New Roman Bold" panose="02020803070505020304" pitchFamily="18" charset="0"/>
              </a:rPr>
              <a:t>Questions</a:t>
            </a:r>
            <a:r>
              <a:rPr spc="-265" dirty="0">
                <a:solidFill>
                  <a:srgbClr val="FF0000"/>
                </a:solidFill>
                <a:latin typeface="Times New Roman Bold" panose="02020803070505020304" pitchFamily="18" charset="0"/>
                <a:cs typeface="Times New Roman Bold" panose="02020803070505020304" pitchFamily="18" charset="0"/>
              </a:rPr>
              <a:t> </a:t>
            </a:r>
            <a:r>
              <a:rPr spc="-830" dirty="0">
                <a:solidFill>
                  <a:srgbClr val="FF0000"/>
                </a:solidFill>
                <a:latin typeface="Times New Roman Bold" panose="02020803070505020304" pitchFamily="18" charset="0"/>
                <a:cs typeface="Times New Roman Bold" panose="02020803070505020304" pitchFamily="18" charset="0"/>
              </a:rPr>
              <a:t>:</a:t>
            </a:r>
          </a:p>
        </p:txBody>
      </p:sp>
      <p:sp>
        <p:nvSpPr>
          <p:cNvPr id="7" name="object 7"/>
          <p:cNvSpPr txBox="1"/>
          <p:nvPr/>
        </p:nvSpPr>
        <p:spPr>
          <a:xfrm>
            <a:off x="951638" y="1602030"/>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p:cNvSpPr txBox="1"/>
          <p:nvPr/>
        </p:nvSpPr>
        <p:spPr>
          <a:xfrm>
            <a:off x="6307182" y="1549898"/>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pic>
        <p:nvPicPr>
          <p:cNvPr id="11" name="Picture 10">
            <a:extLst>
              <a:ext uri="{FF2B5EF4-FFF2-40B4-BE49-F238E27FC236}">
                <a16:creationId xmlns:a16="http://schemas.microsoft.com/office/drawing/2014/main" id="{114B910D-8950-C835-577C-927C868C6306}"/>
              </a:ext>
            </a:extLst>
          </p:cNvPr>
          <p:cNvPicPr>
            <a:picLocks noChangeAspect="1"/>
          </p:cNvPicPr>
          <p:nvPr/>
        </p:nvPicPr>
        <p:blipFill>
          <a:blip r:embed="rId3"/>
          <a:stretch>
            <a:fillRect/>
          </a:stretch>
        </p:blipFill>
        <p:spPr>
          <a:xfrm>
            <a:off x="305809" y="2071049"/>
            <a:ext cx="5324379" cy="3264327"/>
          </a:xfrm>
          <a:prstGeom prst="rect">
            <a:avLst/>
          </a:prstGeom>
        </p:spPr>
      </p:pic>
      <p:pic>
        <p:nvPicPr>
          <p:cNvPr id="13" name="Picture 12">
            <a:extLst>
              <a:ext uri="{FF2B5EF4-FFF2-40B4-BE49-F238E27FC236}">
                <a16:creationId xmlns:a16="http://schemas.microsoft.com/office/drawing/2014/main" id="{4B34E1C3-A10D-0153-B703-0ECF7F5EE32C}"/>
              </a:ext>
            </a:extLst>
          </p:cNvPr>
          <p:cNvPicPr>
            <a:picLocks noChangeAspect="1"/>
          </p:cNvPicPr>
          <p:nvPr/>
        </p:nvPicPr>
        <p:blipFill>
          <a:blip r:embed="rId4"/>
          <a:stretch>
            <a:fillRect/>
          </a:stretch>
        </p:blipFill>
        <p:spPr>
          <a:xfrm>
            <a:off x="6410632" y="2081774"/>
            <a:ext cx="5220929" cy="3643082"/>
          </a:xfrm>
          <a:prstGeom prst="rect">
            <a:avLst/>
          </a:prstGeom>
        </p:spPr>
      </p:pic>
      <p:sp>
        <p:nvSpPr>
          <p:cNvPr id="14" name="TextBox 13">
            <a:extLst>
              <a:ext uri="{FF2B5EF4-FFF2-40B4-BE49-F238E27FC236}">
                <a16:creationId xmlns:a16="http://schemas.microsoft.com/office/drawing/2014/main" id="{A4D6DBB8-1508-96DB-6211-F2E128FB64B0}"/>
              </a:ext>
            </a:extLst>
          </p:cNvPr>
          <p:cNvSpPr txBox="1"/>
          <p:nvPr/>
        </p:nvSpPr>
        <p:spPr>
          <a:xfrm>
            <a:off x="486066" y="5880059"/>
            <a:ext cx="9430787"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China and the United States are the largest contributors to global emissions</a:t>
            </a:r>
            <a:endParaRPr lang="en-IN" sz="2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ADC4C741-266A-DE86-16F2-0C75DF5EFF8C}"/>
              </a:ext>
            </a:extLst>
          </p:cNvPr>
          <p:cNvSpPr txBox="1"/>
          <p:nvPr/>
        </p:nvSpPr>
        <p:spPr>
          <a:xfrm>
            <a:off x="486066" y="5335377"/>
            <a:ext cx="1611339" cy="461665"/>
          </a:xfrm>
          <a:prstGeom prst="rect">
            <a:avLst/>
          </a:prstGeom>
          <a:noFill/>
        </p:spPr>
        <p:txBody>
          <a:bodyPr wrap="non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sp>
        <p:nvSpPr>
          <p:cNvPr id="16" name="TextBox 15">
            <a:extLst>
              <a:ext uri="{FF2B5EF4-FFF2-40B4-BE49-F238E27FC236}">
                <a16:creationId xmlns:a16="http://schemas.microsoft.com/office/drawing/2014/main" id="{1DEF8A10-FF87-8DA7-C82B-089EA9E47F08}"/>
              </a:ext>
            </a:extLst>
          </p:cNvPr>
          <p:cNvSpPr txBox="1"/>
          <p:nvPr/>
        </p:nvSpPr>
        <p:spPr>
          <a:xfrm>
            <a:off x="7747818" y="1560368"/>
            <a:ext cx="4315605" cy="461665"/>
          </a:xfrm>
          <a:prstGeom prst="rect">
            <a:avLst/>
          </a:prstGeom>
          <a:noFill/>
        </p:spPr>
        <p:txBody>
          <a:bodyPr wrap="none" rtlCol="0">
            <a:spAutoFit/>
          </a:bodyPr>
          <a:lstStyle/>
          <a:p>
            <a:r>
              <a:rPr lang="en-US" sz="2400" dirty="0">
                <a:latin typeface="+mj-lt"/>
                <a:ea typeface="Verdana" panose="020B0604030504040204" pitchFamily="34" charset="0"/>
                <a:cs typeface="Times New Roman" panose="02020603050405020304" pitchFamily="18" charset="0"/>
              </a:rPr>
              <a:t>Units: kt CO₂ (kilotons of CO₂)</a:t>
            </a:r>
            <a:endParaRPr lang="en-IN" sz="2400" dirty="0">
              <a:latin typeface="+mj-lt"/>
              <a:ea typeface="Verdana" panose="020B0604030504040204" pitchFamily="34"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8792A-7994-5CD9-BBEA-77E661E5B4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2E60197-1248-B4F2-9BD6-7C54ECD40376}"/>
              </a:ext>
            </a:extLst>
          </p:cNvPr>
          <p:cNvSpPr txBox="1"/>
          <p:nvPr/>
        </p:nvSpPr>
        <p:spPr>
          <a:xfrm>
            <a:off x="691367" y="303715"/>
            <a:ext cx="11170285"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dirty="0">
                <a:solidFill>
                  <a:srgbClr val="FF0000"/>
                </a:solidFill>
                <a:latin typeface="Verdana"/>
                <a:cs typeface="Verdana"/>
              </a:rPr>
              <a:t>What are the top 5 countries by GDP in the most recent year?</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4DE158EC-5B21-5736-34B2-5AF1635F19A7}"/>
              </a:ext>
            </a:extLst>
          </p:cNvPr>
          <p:cNvSpPr txBox="1"/>
          <p:nvPr/>
        </p:nvSpPr>
        <p:spPr>
          <a:xfrm>
            <a:off x="1026161" y="972441"/>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A8CA0C7F-6F61-0A52-9A0E-D311F635A7B3}"/>
              </a:ext>
            </a:extLst>
          </p:cNvPr>
          <p:cNvSpPr txBox="1"/>
          <p:nvPr/>
        </p:nvSpPr>
        <p:spPr>
          <a:xfrm>
            <a:off x="6096000" y="944421"/>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C2C56F96-C6E6-CCBA-74F5-4B73B56C67A1}"/>
              </a:ext>
            </a:extLst>
          </p:cNvPr>
          <p:cNvSpPr txBox="1"/>
          <p:nvPr/>
        </p:nvSpPr>
        <p:spPr>
          <a:xfrm>
            <a:off x="382284" y="5546802"/>
            <a:ext cx="10568506"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China and the United States dominate global GDP rankings in the most recent year.</a:t>
            </a:r>
            <a:endParaRPr lang="en-IN" sz="2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83453EF-B1E8-FC27-8026-D1E761B8913A}"/>
              </a:ext>
            </a:extLst>
          </p:cNvPr>
          <p:cNvSpPr txBox="1"/>
          <p:nvPr/>
        </p:nvSpPr>
        <p:spPr>
          <a:xfrm>
            <a:off x="486066" y="4850347"/>
            <a:ext cx="1611339" cy="461665"/>
          </a:xfrm>
          <a:prstGeom prst="rect">
            <a:avLst/>
          </a:prstGeom>
          <a:noFill/>
        </p:spPr>
        <p:txBody>
          <a:bodyPr wrap="non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sp>
        <p:nvSpPr>
          <p:cNvPr id="16" name="TextBox 15">
            <a:extLst>
              <a:ext uri="{FF2B5EF4-FFF2-40B4-BE49-F238E27FC236}">
                <a16:creationId xmlns:a16="http://schemas.microsoft.com/office/drawing/2014/main" id="{59F86BBC-F68E-9E76-28FB-0823E08152A0}"/>
              </a:ext>
            </a:extLst>
          </p:cNvPr>
          <p:cNvSpPr txBox="1"/>
          <p:nvPr/>
        </p:nvSpPr>
        <p:spPr>
          <a:xfrm>
            <a:off x="9470991" y="5047635"/>
            <a:ext cx="3138061" cy="461665"/>
          </a:xfrm>
          <a:prstGeom prst="rect">
            <a:avLst/>
          </a:prstGeom>
          <a:noFill/>
        </p:spPr>
        <p:txBody>
          <a:bodyPr wrap="square" rtlCol="0">
            <a:spAutoFit/>
          </a:bodyPr>
          <a:lstStyle/>
          <a:p>
            <a:r>
              <a:rPr lang="en-US" sz="2400" dirty="0">
                <a:latin typeface="+mj-lt"/>
                <a:ea typeface="Verdana" panose="020B0604030504040204" pitchFamily="34" charset="0"/>
                <a:cs typeface="Times New Roman" panose="02020603050405020304" pitchFamily="18" charset="0"/>
              </a:rPr>
              <a:t>Units: </a:t>
            </a:r>
            <a:r>
              <a:rPr lang="en-IN" sz="2400" dirty="0">
                <a:latin typeface="+mj-lt"/>
              </a:rPr>
              <a:t>USD </a:t>
            </a:r>
            <a:endParaRPr lang="en-IN" sz="2400" dirty="0">
              <a:latin typeface="+mj-lt"/>
              <a:ea typeface="Verdana" panose="020B060403050404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83A95DBC-A6A0-F750-EBF2-B4CCDF186BFF}"/>
              </a:ext>
            </a:extLst>
          </p:cNvPr>
          <p:cNvPicPr>
            <a:picLocks noChangeAspect="1"/>
          </p:cNvPicPr>
          <p:nvPr/>
        </p:nvPicPr>
        <p:blipFill>
          <a:blip r:embed="rId3"/>
          <a:stretch>
            <a:fillRect/>
          </a:stretch>
        </p:blipFill>
        <p:spPr>
          <a:xfrm>
            <a:off x="382284" y="1579532"/>
            <a:ext cx="4599896" cy="2805193"/>
          </a:xfrm>
          <a:prstGeom prst="rect">
            <a:avLst/>
          </a:prstGeom>
        </p:spPr>
      </p:pic>
      <p:pic>
        <p:nvPicPr>
          <p:cNvPr id="9" name="Picture 8">
            <a:extLst>
              <a:ext uri="{FF2B5EF4-FFF2-40B4-BE49-F238E27FC236}">
                <a16:creationId xmlns:a16="http://schemas.microsoft.com/office/drawing/2014/main" id="{723332AF-50B6-3089-4737-A6EBAB783EC9}"/>
              </a:ext>
            </a:extLst>
          </p:cNvPr>
          <p:cNvPicPr>
            <a:picLocks noChangeAspect="1"/>
          </p:cNvPicPr>
          <p:nvPr/>
        </p:nvPicPr>
        <p:blipFill>
          <a:blip r:embed="rId4"/>
          <a:stretch>
            <a:fillRect/>
          </a:stretch>
        </p:blipFill>
        <p:spPr>
          <a:xfrm>
            <a:off x="6096000" y="1579532"/>
            <a:ext cx="5318645" cy="3495001"/>
          </a:xfrm>
          <a:prstGeom prst="rect">
            <a:avLst/>
          </a:prstGeom>
        </p:spPr>
      </p:pic>
    </p:spTree>
    <p:extLst>
      <p:ext uri="{BB962C8B-B14F-4D97-AF65-F5344CB8AC3E}">
        <p14:creationId xmlns:p14="http://schemas.microsoft.com/office/powerpoint/2010/main" val="4042258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0F269-1C30-59B9-954B-A906DCEE8E3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A7EB372-126C-2C81-5F04-0E1DA073DC9A}"/>
              </a:ext>
            </a:extLst>
          </p:cNvPr>
          <p:cNvSpPr txBox="1"/>
          <p:nvPr/>
        </p:nvSpPr>
        <p:spPr>
          <a:xfrm>
            <a:off x="265471" y="303715"/>
            <a:ext cx="11596181"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dirty="0">
                <a:solidFill>
                  <a:srgbClr val="FF0000"/>
                </a:solidFill>
                <a:latin typeface="Verdana"/>
                <a:cs typeface="Verdana"/>
              </a:rPr>
              <a:t> Which energy types contribute most to emissions across all countries?</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10291AB6-9585-BED1-325A-73D07776D4C4}"/>
              </a:ext>
            </a:extLst>
          </p:cNvPr>
          <p:cNvSpPr txBox="1"/>
          <p:nvPr/>
        </p:nvSpPr>
        <p:spPr>
          <a:xfrm>
            <a:off x="1026161" y="972441"/>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4AC43D0F-3ACF-67B3-1C85-CE7B80521E89}"/>
              </a:ext>
            </a:extLst>
          </p:cNvPr>
          <p:cNvSpPr txBox="1"/>
          <p:nvPr/>
        </p:nvSpPr>
        <p:spPr>
          <a:xfrm>
            <a:off x="6555487" y="925694"/>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2746ABF8-2E76-421B-AC3B-E06ACF322AF9}"/>
              </a:ext>
            </a:extLst>
          </p:cNvPr>
          <p:cNvSpPr txBox="1"/>
          <p:nvPr/>
        </p:nvSpPr>
        <p:spPr>
          <a:xfrm>
            <a:off x="265471" y="5429407"/>
            <a:ext cx="10568506"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CO₂ emissions dominate the total emission share, with fossil fuel sources such as coal, petroleum, and natural gas contributing the majority of global emissions.</a:t>
            </a:r>
            <a:endParaRPr lang="en-IN" sz="2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18DDA436-E83D-9A51-EA54-C023BA8E7B1F}"/>
              </a:ext>
            </a:extLst>
          </p:cNvPr>
          <p:cNvSpPr txBox="1"/>
          <p:nvPr/>
        </p:nvSpPr>
        <p:spPr>
          <a:xfrm>
            <a:off x="220491" y="4843559"/>
            <a:ext cx="1611339" cy="461665"/>
          </a:xfrm>
          <a:prstGeom prst="rect">
            <a:avLst/>
          </a:prstGeom>
          <a:noFill/>
        </p:spPr>
        <p:txBody>
          <a:bodyPr wrap="non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4" name="Picture 3">
            <a:extLst>
              <a:ext uri="{FF2B5EF4-FFF2-40B4-BE49-F238E27FC236}">
                <a16:creationId xmlns:a16="http://schemas.microsoft.com/office/drawing/2014/main" id="{765234D8-FEF0-9AC9-50C2-C05502C30EB3}"/>
              </a:ext>
            </a:extLst>
          </p:cNvPr>
          <p:cNvPicPr>
            <a:picLocks noChangeAspect="1"/>
          </p:cNvPicPr>
          <p:nvPr/>
        </p:nvPicPr>
        <p:blipFill>
          <a:blip r:embed="rId3"/>
          <a:stretch>
            <a:fillRect/>
          </a:stretch>
        </p:blipFill>
        <p:spPr>
          <a:xfrm>
            <a:off x="149157" y="1648860"/>
            <a:ext cx="6281140" cy="3201487"/>
          </a:xfrm>
          <a:prstGeom prst="rect">
            <a:avLst/>
          </a:prstGeom>
        </p:spPr>
      </p:pic>
      <p:pic>
        <p:nvPicPr>
          <p:cNvPr id="10" name="Picture 9">
            <a:extLst>
              <a:ext uri="{FF2B5EF4-FFF2-40B4-BE49-F238E27FC236}">
                <a16:creationId xmlns:a16="http://schemas.microsoft.com/office/drawing/2014/main" id="{411AD651-303F-DEBF-5BA8-41863F33406A}"/>
              </a:ext>
            </a:extLst>
          </p:cNvPr>
          <p:cNvPicPr>
            <a:picLocks noChangeAspect="1"/>
          </p:cNvPicPr>
          <p:nvPr/>
        </p:nvPicPr>
        <p:blipFill>
          <a:blip r:embed="rId4"/>
          <a:stretch>
            <a:fillRect/>
          </a:stretch>
        </p:blipFill>
        <p:spPr>
          <a:xfrm>
            <a:off x="6555487" y="1608210"/>
            <a:ext cx="5306165" cy="2983455"/>
          </a:xfrm>
          <a:prstGeom prst="rect">
            <a:avLst/>
          </a:prstGeom>
        </p:spPr>
      </p:pic>
    </p:spTree>
    <p:extLst>
      <p:ext uri="{BB962C8B-B14F-4D97-AF65-F5344CB8AC3E}">
        <p14:creationId xmlns:p14="http://schemas.microsoft.com/office/powerpoint/2010/main" val="2093457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43655-1620-C891-C71C-7BD06B292E5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E9AEE7C-009E-53A5-69A8-20E264498B6C}"/>
              </a:ext>
            </a:extLst>
          </p:cNvPr>
          <p:cNvSpPr txBox="1"/>
          <p:nvPr/>
        </p:nvSpPr>
        <p:spPr>
          <a:xfrm>
            <a:off x="510857" y="255307"/>
            <a:ext cx="11170285"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spc="-50" dirty="0">
                <a:solidFill>
                  <a:srgbClr val="FF0000"/>
                </a:solidFill>
                <a:latin typeface="Verdana"/>
                <a:cs typeface="Verdana"/>
              </a:rPr>
              <a:t>Compare</a:t>
            </a:r>
            <a:r>
              <a:rPr lang="en-US" sz="2350" spc="-210" dirty="0">
                <a:solidFill>
                  <a:srgbClr val="FF0000"/>
                </a:solidFill>
                <a:latin typeface="Verdana"/>
                <a:cs typeface="Verdana"/>
              </a:rPr>
              <a:t> </a:t>
            </a:r>
            <a:r>
              <a:rPr lang="en-US" sz="2350" spc="-35" dirty="0">
                <a:solidFill>
                  <a:srgbClr val="FF0000"/>
                </a:solidFill>
                <a:latin typeface="Verdana"/>
                <a:cs typeface="Verdana"/>
              </a:rPr>
              <a:t>energy</a:t>
            </a:r>
            <a:r>
              <a:rPr lang="en-US" sz="2350" spc="-130" dirty="0">
                <a:solidFill>
                  <a:srgbClr val="FF0000"/>
                </a:solidFill>
                <a:latin typeface="Verdana"/>
                <a:cs typeface="Verdana"/>
              </a:rPr>
              <a:t> </a:t>
            </a:r>
            <a:r>
              <a:rPr lang="en-US" sz="2350" dirty="0">
                <a:solidFill>
                  <a:srgbClr val="FF0000"/>
                </a:solidFill>
                <a:latin typeface="Verdana"/>
                <a:cs typeface="Verdana"/>
              </a:rPr>
              <a:t>production</a:t>
            </a:r>
            <a:r>
              <a:rPr lang="en-US" sz="2350" spc="-120" dirty="0">
                <a:solidFill>
                  <a:srgbClr val="FF0000"/>
                </a:solidFill>
                <a:latin typeface="Verdana"/>
                <a:cs typeface="Verdana"/>
              </a:rPr>
              <a:t> </a:t>
            </a:r>
            <a:r>
              <a:rPr lang="en-US" sz="2350" spc="-20" dirty="0">
                <a:solidFill>
                  <a:srgbClr val="FF0000"/>
                </a:solidFill>
                <a:latin typeface="Verdana"/>
                <a:cs typeface="Verdana"/>
              </a:rPr>
              <a:t>and</a:t>
            </a:r>
            <a:r>
              <a:rPr lang="en-US" sz="2350" spc="-120" dirty="0">
                <a:solidFill>
                  <a:srgbClr val="FF0000"/>
                </a:solidFill>
                <a:latin typeface="Verdana"/>
                <a:cs typeface="Verdana"/>
              </a:rPr>
              <a:t> </a:t>
            </a:r>
            <a:r>
              <a:rPr lang="en-US" sz="2350" spc="-20" dirty="0">
                <a:solidFill>
                  <a:srgbClr val="FF0000"/>
                </a:solidFill>
                <a:latin typeface="Verdana"/>
                <a:cs typeface="Verdana"/>
              </a:rPr>
              <a:t>consumption</a:t>
            </a:r>
            <a:r>
              <a:rPr lang="en-US" sz="2350" spc="-114" dirty="0">
                <a:solidFill>
                  <a:srgbClr val="FF0000"/>
                </a:solidFill>
                <a:latin typeface="Verdana"/>
                <a:cs typeface="Verdana"/>
              </a:rPr>
              <a:t> </a:t>
            </a:r>
            <a:r>
              <a:rPr lang="en-US" sz="2350" spc="-30" dirty="0">
                <a:solidFill>
                  <a:srgbClr val="FF0000"/>
                </a:solidFill>
                <a:latin typeface="Verdana"/>
                <a:cs typeface="Verdana"/>
              </a:rPr>
              <a:t>by</a:t>
            </a:r>
            <a:r>
              <a:rPr lang="en-US" sz="2350" spc="-130" dirty="0">
                <a:solidFill>
                  <a:srgbClr val="FF0000"/>
                </a:solidFill>
                <a:latin typeface="Verdana"/>
                <a:cs typeface="Verdana"/>
              </a:rPr>
              <a:t> </a:t>
            </a:r>
            <a:r>
              <a:rPr lang="en-US" sz="2350" spc="-25" dirty="0">
                <a:solidFill>
                  <a:srgbClr val="FF0000"/>
                </a:solidFill>
                <a:latin typeface="Verdana"/>
                <a:cs typeface="Verdana"/>
              </a:rPr>
              <a:t>country</a:t>
            </a:r>
            <a:r>
              <a:rPr lang="en-US" sz="2350" spc="-200" dirty="0">
                <a:solidFill>
                  <a:srgbClr val="FF0000"/>
                </a:solidFill>
                <a:latin typeface="Verdana"/>
                <a:cs typeface="Verdana"/>
              </a:rPr>
              <a:t> </a:t>
            </a:r>
            <a:r>
              <a:rPr lang="en-US" sz="2350" spc="-20" dirty="0">
                <a:solidFill>
                  <a:srgbClr val="FF0000"/>
                </a:solidFill>
                <a:latin typeface="Verdana"/>
                <a:cs typeface="Verdana"/>
              </a:rPr>
              <a:t>and</a:t>
            </a:r>
            <a:r>
              <a:rPr lang="en-US" sz="2350" spc="-200" dirty="0">
                <a:solidFill>
                  <a:srgbClr val="FF0000"/>
                </a:solidFill>
                <a:latin typeface="Verdana"/>
                <a:cs typeface="Verdana"/>
              </a:rPr>
              <a:t> </a:t>
            </a:r>
            <a:r>
              <a:rPr lang="en-US" sz="2350" spc="-10" dirty="0">
                <a:solidFill>
                  <a:srgbClr val="FF0000"/>
                </a:solidFill>
                <a:latin typeface="Verdana"/>
                <a:cs typeface="Verdana"/>
              </a:rPr>
              <a:t>year.</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A03BD28D-6FAE-8F80-E4E9-24F0BD664509}"/>
              </a:ext>
            </a:extLst>
          </p:cNvPr>
          <p:cNvSpPr txBox="1"/>
          <p:nvPr/>
        </p:nvSpPr>
        <p:spPr>
          <a:xfrm>
            <a:off x="867388" y="863457"/>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3B8756AB-4546-9034-CF27-4A2E284DD2CB}"/>
              </a:ext>
            </a:extLst>
          </p:cNvPr>
          <p:cNvSpPr txBox="1"/>
          <p:nvPr/>
        </p:nvSpPr>
        <p:spPr>
          <a:xfrm>
            <a:off x="6602153" y="837831"/>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551DB59D-6F0A-CA62-EB8B-E133DD5C60D0}"/>
              </a:ext>
            </a:extLst>
          </p:cNvPr>
          <p:cNvSpPr txBox="1"/>
          <p:nvPr/>
        </p:nvSpPr>
        <p:spPr>
          <a:xfrm>
            <a:off x="358437" y="5665871"/>
            <a:ext cx="11145305" cy="769441"/>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Several countries show higher energy consumption than production, indicating dependence on energy imports to meet domestic demand.</a:t>
            </a:r>
            <a:endParaRPr lang="en-IN" sz="22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95F487B-498D-7E01-6D59-6D74D1E0A05B}"/>
              </a:ext>
            </a:extLst>
          </p:cNvPr>
          <p:cNvSpPr txBox="1"/>
          <p:nvPr/>
        </p:nvSpPr>
        <p:spPr>
          <a:xfrm>
            <a:off x="358437" y="5081767"/>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6" name="Picture 5">
            <a:extLst>
              <a:ext uri="{FF2B5EF4-FFF2-40B4-BE49-F238E27FC236}">
                <a16:creationId xmlns:a16="http://schemas.microsoft.com/office/drawing/2014/main" id="{CB8E411E-7109-42EA-5256-0DCBA26A5A83}"/>
              </a:ext>
            </a:extLst>
          </p:cNvPr>
          <p:cNvPicPr>
            <a:picLocks noChangeAspect="1"/>
          </p:cNvPicPr>
          <p:nvPr/>
        </p:nvPicPr>
        <p:blipFill>
          <a:blip r:embed="rId3"/>
          <a:stretch>
            <a:fillRect/>
          </a:stretch>
        </p:blipFill>
        <p:spPr>
          <a:xfrm>
            <a:off x="293332" y="1454438"/>
            <a:ext cx="6455318" cy="3422362"/>
          </a:xfrm>
          <a:prstGeom prst="rect">
            <a:avLst/>
          </a:prstGeom>
        </p:spPr>
      </p:pic>
      <p:pic>
        <p:nvPicPr>
          <p:cNvPr id="11" name="Picture 10">
            <a:extLst>
              <a:ext uri="{FF2B5EF4-FFF2-40B4-BE49-F238E27FC236}">
                <a16:creationId xmlns:a16="http://schemas.microsoft.com/office/drawing/2014/main" id="{C50CB628-A290-AB8F-F0B1-4504FF08E3A7}"/>
              </a:ext>
            </a:extLst>
          </p:cNvPr>
          <p:cNvPicPr>
            <a:picLocks noChangeAspect="1"/>
          </p:cNvPicPr>
          <p:nvPr/>
        </p:nvPicPr>
        <p:blipFill>
          <a:blip r:embed="rId4"/>
          <a:stretch>
            <a:fillRect/>
          </a:stretch>
        </p:blipFill>
        <p:spPr>
          <a:xfrm>
            <a:off x="6748650" y="1371878"/>
            <a:ext cx="4932492" cy="3940452"/>
          </a:xfrm>
          <a:prstGeom prst="rect">
            <a:avLst/>
          </a:prstGeom>
        </p:spPr>
      </p:pic>
    </p:spTree>
    <p:extLst>
      <p:ext uri="{BB962C8B-B14F-4D97-AF65-F5344CB8AC3E}">
        <p14:creationId xmlns:p14="http://schemas.microsoft.com/office/powerpoint/2010/main" val="1612566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9B77-1A42-EC37-7790-DA66ED4B847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576446D-02FC-1B1E-59B5-C664AA5213AC}"/>
              </a:ext>
            </a:extLst>
          </p:cNvPr>
          <p:cNvSpPr txBox="1"/>
          <p:nvPr/>
        </p:nvSpPr>
        <p:spPr>
          <a:xfrm>
            <a:off x="510857" y="255307"/>
            <a:ext cx="11170285"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spc="-50" dirty="0">
                <a:solidFill>
                  <a:srgbClr val="FF0000"/>
                </a:solidFill>
                <a:latin typeface="Verdana"/>
                <a:cs typeface="Verdana"/>
              </a:rPr>
              <a:t>How have global emissions changed year over year?</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68C8539A-8EC4-EE2B-9438-DBE55BA3B916}"/>
              </a:ext>
            </a:extLst>
          </p:cNvPr>
          <p:cNvSpPr txBox="1"/>
          <p:nvPr/>
        </p:nvSpPr>
        <p:spPr>
          <a:xfrm>
            <a:off x="877220" y="940486"/>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A5B14495-A048-BC3F-E5DF-F836FFBA2B25}"/>
              </a:ext>
            </a:extLst>
          </p:cNvPr>
          <p:cNvSpPr txBox="1"/>
          <p:nvPr/>
        </p:nvSpPr>
        <p:spPr>
          <a:xfrm>
            <a:off x="6602153" y="940486"/>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6C0E68BA-2903-46A7-C3A9-3D59C4D80493}"/>
              </a:ext>
            </a:extLst>
          </p:cNvPr>
          <p:cNvSpPr txBox="1"/>
          <p:nvPr/>
        </p:nvSpPr>
        <p:spPr>
          <a:xfrm>
            <a:off x="245338" y="5188441"/>
            <a:ext cx="11168850" cy="1508105"/>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Global emissions show a consistent upward trend, indicating increasing energy demand and industrial activity over the observed years.</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Emissions increased steadily each year, with the largest rise observed between 2020 and 2021.</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1681073-02CC-4159-BA2A-24C8C1AD118A}"/>
              </a:ext>
            </a:extLst>
          </p:cNvPr>
          <p:cNvSpPr txBox="1"/>
          <p:nvPr/>
        </p:nvSpPr>
        <p:spPr>
          <a:xfrm>
            <a:off x="358437" y="4726776"/>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4" name="Picture 3">
            <a:extLst>
              <a:ext uri="{FF2B5EF4-FFF2-40B4-BE49-F238E27FC236}">
                <a16:creationId xmlns:a16="http://schemas.microsoft.com/office/drawing/2014/main" id="{91A30BB6-5AF0-36EB-D9FE-792BCE1B856B}"/>
              </a:ext>
            </a:extLst>
          </p:cNvPr>
          <p:cNvPicPr>
            <a:picLocks noChangeAspect="1"/>
          </p:cNvPicPr>
          <p:nvPr/>
        </p:nvPicPr>
        <p:blipFill>
          <a:blip r:embed="rId3"/>
          <a:stretch>
            <a:fillRect/>
          </a:stretch>
        </p:blipFill>
        <p:spPr>
          <a:xfrm>
            <a:off x="6602153" y="1555661"/>
            <a:ext cx="4812034" cy="3246209"/>
          </a:xfrm>
          <a:prstGeom prst="rect">
            <a:avLst/>
          </a:prstGeom>
        </p:spPr>
      </p:pic>
      <p:pic>
        <p:nvPicPr>
          <p:cNvPr id="9" name="Picture 8">
            <a:extLst>
              <a:ext uri="{FF2B5EF4-FFF2-40B4-BE49-F238E27FC236}">
                <a16:creationId xmlns:a16="http://schemas.microsoft.com/office/drawing/2014/main" id="{0B33DCF4-3808-2165-4764-0DB26DCE4BB6}"/>
              </a:ext>
            </a:extLst>
          </p:cNvPr>
          <p:cNvPicPr>
            <a:picLocks noChangeAspect="1"/>
          </p:cNvPicPr>
          <p:nvPr/>
        </p:nvPicPr>
        <p:blipFill>
          <a:blip r:embed="rId4"/>
          <a:stretch>
            <a:fillRect/>
          </a:stretch>
        </p:blipFill>
        <p:spPr>
          <a:xfrm>
            <a:off x="245338" y="1398204"/>
            <a:ext cx="6229520" cy="3246209"/>
          </a:xfrm>
          <a:prstGeom prst="rect">
            <a:avLst/>
          </a:prstGeom>
        </p:spPr>
      </p:pic>
      <p:sp>
        <p:nvSpPr>
          <p:cNvPr id="10" name="TextBox 9">
            <a:extLst>
              <a:ext uri="{FF2B5EF4-FFF2-40B4-BE49-F238E27FC236}">
                <a16:creationId xmlns:a16="http://schemas.microsoft.com/office/drawing/2014/main" id="{94F5716E-708C-2849-FAEA-10D81AB47914}"/>
              </a:ext>
            </a:extLst>
          </p:cNvPr>
          <p:cNvSpPr txBox="1"/>
          <p:nvPr/>
        </p:nvSpPr>
        <p:spPr>
          <a:xfrm>
            <a:off x="7540265" y="4355594"/>
            <a:ext cx="4140877" cy="446276"/>
          </a:xfrm>
          <a:prstGeom prst="rect">
            <a:avLst/>
          </a:prstGeom>
          <a:noFill/>
        </p:spPr>
        <p:txBody>
          <a:bodyPr wrap="none" rtlCol="0">
            <a:spAutoFit/>
          </a:bodyPr>
          <a:lstStyle/>
          <a:p>
            <a:r>
              <a:rPr lang="en-US" sz="2300" dirty="0">
                <a:latin typeface="+mj-lt"/>
                <a:ea typeface="Verdana" panose="020B0604030504040204" pitchFamily="34" charset="0"/>
                <a:cs typeface="Times New Roman" panose="02020603050405020304" pitchFamily="18" charset="0"/>
              </a:rPr>
              <a:t>Units: kt CO₂ (kilotons of CO₂)</a:t>
            </a:r>
            <a:endParaRPr lang="en-IN" sz="2300" dirty="0">
              <a:latin typeface="+mj-lt"/>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661213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0E291-D73B-25C5-F31B-6E2F4DDAAF3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A00A525-FB24-2A7E-6A03-9A806757F61C}"/>
              </a:ext>
            </a:extLst>
          </p:cNvPr>
          <p:cNvSpPr txBox="1"/>
          <p:nvPr/>
        </p:nvSpPr>
        <p:spPr>
          <a:xfrm>
            <a:off x="510857" y="255307"/>
            <a:ext cx="11170285"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spc="-50" dirty="0">
                <a:solidFill>
                  <a:srgbClr val="FF0000"/>
                </a:solidFill>
                <a:latin typeface="Verdana"/>
                <a:cs typeface="Verdana"/>
              </a:rPr>
              <a:t>How has population growth affected total emissions in each country?</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0CDDDC7F-7663-D432-E971-EDA370FB4A00}"/>
              </a:ext>
            </a:extLst>
          </p:cNvPr>
          <p:cNvSpPr txBox="1"/>
          <p:nvPr/>
        </p:nvSpPr>
        <p:spPr>
          <a:xfrm>
            <a:off x="877220" y="940486"/>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1DC34FF9-FD0E-67D4-86C3-AF47D04E1483}"/>
              </a:ext>
            </a:extLst>
          </p:cNvPr>
          <p:cNvSpPr txBox="1"/>
          <p:nvPr/>
        </p:nvSpPr>
        <p:spPr>
          <a:xfrm>
            <a:off x="6544145" y="893942"/>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B6AB1539-F986-4488-8DB6-A1BBED5569DC}"/>
              </a:ext>
            </a:extLst>
          </p:cNvPr>
          <p:cNvSpPr txBox="1"/>
          <p:nvPr/>
        </p:nvSpPr>
        <p:spPr>
          <a:xfrm>
            <a:off x="255171" y="5465012"/>
            <a:ext cx="11168850" cy="1107996"/>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Population growth is generally associated with an increase in total emissions across many countries, indicating that demographic expansion contributes to higher energy demand and environmental impact.</a:t>
            </a:r>
            <a:endParaRPr lang="en-IN" sz="22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A80B1DC-752F-3E85-1E70-EB80FBFF8329}"/>
              </a:ext>
            </a:extLst>
          </p:cNvPr>
          <p:cNvSpPr txBox="1"/>
          <p:nvPr/>
        </p:nvSpPr>
        <p:spPr>
          <a:xfrm>
            <a:off x="245339" y="4872341"/>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sp>
        <p:nvSpPr>
          <p:cNvPr id="10" name="TextBox 9">
            <a:extLst>
              <a:ext uri="{FF2B5EF4-FFF2-40B4-BE49-F238E27FC236}">
                <a16:creationId xmlns:a16="http://schemas.microsoft.com/office/drawing/2014/main" id="{98E6D534-99AE-EA78-9B39-75CA94A3D9A0}"/>
              </a:ext>
            </a:extLst>
          </p:cNvPr>
          <p:cNvSpPr txBox="1"/>
          <p:nvPr/>
        </p:nvSpPr>
        <p:spPr>
          <a:xfrm>
            <a:off x="8051123" y="940486"/>
            <a:ext cx="4140877" cy="446276"/>
          </a:xfrm>
          <a:prstGeom prst="rect">
            <a:avLst/>
          </a:prstGeom>
          <a:noFill/>
        </p:spPr>
        <p:txBody>
          <a:bodyPr wrap="none" rtlCol="0">
            <a:spAutoFit/>
          </a:bodyPr>
          <a:lstStyle/>
          <a:p>
            <a:r>
              <a:rPr lang="en-US" sz="2300" dirty="0">
                <a:latin typeface="+mj-lt"/>
                <a:ea typeface="Verdana" panose="020B0604030504040204" pitchFamily="34" charset="0"/>
                <a:cs typeface="Times New Roman" panose="02020603050405020304" pitchFamily="18" charset="0"/>
              </a:rPr>
              <a:t>Units: kt CO₂ (kilotons of CO₂)</a:t>
            </a:r>
            <a:endParaRPr lang="en-IN" sz="2300" dirty="0">
              <a:latin typeface="+mj-lt"/>
              <a:ea typeface="Verdana" panose="020B060403050404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3B0DDD8C-B986-B44B-9F54-D4D4D4FB9CF9}"/>
              </a:ext>
            </a:extLst>
          </p:cNvPr>
          <p:cNvPicPr>
            <a:picLocks noChangeAspect="1"/>
          </p:cNvPicPr>
          <p:nvPr/>
        </p:nvPicPr>
        <p:blipFill>
          <a:blip r:embed="rId3"/>
          <a:stretch>
            <a:fillRect/>
          </a:stretch>
        </p:blipFill>
        <p:spPr>
          <a:xfrm>
            <a:off x="653394" y="1555660"/>
            <a:ext cx="5285290" cy="3171115"/>
          </a:xfrm>
          <a:prstGeom prst="rect">
            <a:avLst/>
          </a:prstGeom>
        </p:spPr>
      </p:pic>
      <p:pic>
        <p:nvPicPr>
          <p:cNvPr id="11" name="Picture 10">
            <a:extLst>
              <a:ext uri="{FF2B5EF4-FFF2-40B4-BE49-F238E27FC236}">
                <a16:creationId xmlns:a16="http://schemas.microsoft.com/office/drawing/2014/main" id="{56B32B02-8951-2CE1-6CD2-CEE000BDFC27}"/>
              </a:ext>
            </a:extLst>
          </p:cNvPr>
          <p:cNvPicPr>
            <a:picLocks noChangeAspect="1"/>
          </p:cNvPicPr>
          <p:nvPr/>
        </p:nvPicPr>
        <p:blipFill>
          <a:blip r:embed="rId4"/>
          <a:stretch>
            <a:fillRect/>
          </a:stretch>
        </p:blipFill>
        <p:spPr>
          <a:xfrm>
            <a:off x="6797394" y="1449626"/>
            <a:ext cx="5149267" cy="3753374"/>
          </a:xfrm>
          <a:prstGeom prst="rect">
            <a:avLst/>
          </a:prstGeom>
        </p:spPr>
      </p:pic>
    </p:spTree>
    <p:extLst>
      <p:ext uri="{BB962C8B-B14F-4D97-AF65-F5344CB8AC3E}">
        <p14:creationId xmlns:p14="http://schemas.microsoft.com/office/powerpoint/2010/main" val="3750193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89678-1D49-4270-CE5E-AA569D5796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55D8796-026F-02F4-CF43-50F5888F6C14}"/>
              </a:ext>
            </a:extLst>
          </p:cNvPr>
          <p:cNvSpPr txBox="1"/>
          <p:nvPr/>
        </p:nvSpPr>
        <p:spPr>
          <a:xfrm>
            <a:off x="167148" y="255307"/>
            <a:ext cx="11936361" cy="739946"/>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spc="-50" dirty="0">
                <a:solidFill>
                  <a:srgbClr val="FF0000"/>
                </a:solidFill>
                <a:latin typeface="Verdana"/>
                <a:cs typeface="Verdana"/>
              </a:rPr>
              <a:t>What is the energy consumption per capita for each country over the last decade?</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D391C742-B9D1-4E0E-A20E-C73B0C630F40}"/>
              </a:ext>
            </a:extLst>
          </p:cNvPr>
          <p:cNvSpPr txBox="1"/>
          <p:nvPr/>
        </p:nvSpPr>
        <p:spPr>
          <a:xfrm>
            <a:off x="877220" y="1023450"/>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6D809013-E011-EACD-AEA7-C9EAD8FBC441}"/>
              </a:ext>
            </a:extLst>
          </p:cNvPr>
          <p:cNvSpPr txBox="1"/>
          <p:nvPr/>
        </p:nvSpPr>
        <p:spPr>
          <a:xfrm>
            <a:off x="6620318" y="955234"/>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72B21FAD-9FC8-D515-C6E1-60A0CA54BC99}"/>
              </a:ext>
            </a:extLst>
          </p:cNvPr>
          <p:cNvSpPr txBox="1"/>
          <p:nvPr/>
        </p:nvSpPr>
        <p:spPr>
          <a:xfrm>
            <a:off x="167148" y="5795418"/>
            <a:ext cx="11543071" cy="800219"/>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Per-capita energy consumption varies significantly across countries, with developed economies generally showing higher consumption levels compared to developing nations.</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09E49A7-C0E3-5A78-938D-572C8DB07B31}"/>
              </a:ext>
            </a:extLst>
          </p:cNvPr>
          <p:cNvSpPr txBox="1"/>
          <p:nvPr/>
        </p:nvSpPr>
        <p:spPr>
          <a:xfrm>
            <a:off x="167148" y="5189517"/>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13" name="Picture 12">
            <a:extLst>
              <a:ext uri="{FF2B5EF4-FFF2-40B4-BE49-F238E27FC236}">
                <a16:creationId xmlns:a16="http://schemas.microsoft.com/office/drawing/2014/main" id="{4D06E4B4-0059-4C03-FBCD-4DC3CE59D85B}"/>
              </a:ext>
            </a:extLst>
          </p:cNvPr>
          <p:cNvPicPr>
            <a:picLocks noChangeAspect="1"/>
          </p:cNvPicPr>
          <p:nvPr/>
        </p:nvPicPr>
        <p:blipFill>
          <a:blip r:embed="rId3"/>
          <a:stretch>
            <a:fillRect/>
          </a:stretch>
        </p:blipFill>
        <p:spPr>
          <a:xfrm>
            <a:off x="167148" y="1437650"/>
            <a:ext cx="6453168" cy="3434702"/>
          </a:xfrm>
          <a:prstGeom prst="rect">
            <a:avLst/>
          </a:prstGeom>
        </p:spPr>
      </p:pic>
      <p:pic>
        <p:nvPicPr>
          <p:cNvPr id="19" name="Picture 18">
            <a:extLst>
              <a:ext uri="{FF2B5EF4-FFF2-40B4-BE49-F238E27FC236}">
                <a16:creationId xmlns:a16="http://schemas.microsoft.com/office/drawing/2014/main" id="{44FCA485-0E52-E401-53F0-64F2408C49E2}"/>
              </a:ext>
            </a:extLst>
          </p:cNvPr>
          <p:cNvPicPr>
            <a:picLocks noChangeAspect="1"/>
          </p:cNvPicPr>
          <p:nvPr/>
        </p:nvPicPr>
        <p:blipFill>
          <a:blip r:embed="rId4"/>
          <a:stretch>
            <a:fillRect/>
          </a:stretch>
        </p:blipFill>
        <p:spPr>
          <a:xfrm>
            <a:off x="6620317" y="1517758"/>
            <a:ext cx="5571683" cy="3816260"/>
          </a:xfrm>
          <a:prstGeom prst="rect">
            <a:avLst/>
          </a:prstGeom>
        </p:spPr>
      </p:pic>
    </p:spTree>
    <p:extLst>
      <p:ext uri="{BB962C8B-B14F-4D97-AF65-F5344CB8AC3E}">
        <p14:creationId xmlns:p14="http://schemas.microsoft.com/office/powerpoint/2010/main" val="1496835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17FE4-26F5-58A8-A20C-14FA1C39A3F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D68F05F-1653-CF22-6D55-306FB61E548D}"/>
              </a:ext>
            </a:extLst>
          </p:cNvPr>
          <p:cNvSpPr txBox="1"/>
          <p:nvPr/>
        </p:nvSpPr>
        <p:spPr>
          <a:xfrm>
            <a:off x="167148" y="255307"/>
            <a:ext cx="11936361"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spc="-50" dirty="0">
                <a:solidFill>
                  <a:srgbClr val="FF0000"/>
                </a:solidFill>
                <a:latin typeface="Verdana"/>
                <a:cs typeface="Verdana"/>
              </a:rPr>
              <a:t> How does energy production per capita vary across countries?</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D94E44FD-D8D3-3C64-64DA-22B2319F7F37}"/>
              </a:ext>
            </a:extLst>
          </p:cNvPr>
          <p:cNvSpPr txBox="1"/>
          <p:nvPr/>
        </p:nvSpPr>
        <p:spPr>
          <a:xfrm>
            <a:off x="877220" y="937141"/>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530F0384-08CD-4042-A949-3E4F18F31A5D}"/>
              </a:ext>
            </a:extLst>
          </p:cNvPr>
          <p:cNvSpPr txBox="1"/>
          <p:nvPr/>
        </p:nvSpPr>
        <p:spPr>
          <a:xfrm>
            <a:off x="6797298" y="939249"/>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69867303-98C1-9653-312B-FCE7BA64B8FA}"/>
              </a:ext>
            </a:extLst>
          </p:cNvPr>
          <p:cNvSpPr txBox="1"/>
          <p:nvPr/>
        </p:nvSpPr>
        <p:spPr>
          <a:xfrm>
            <a:off x="167148" y="5495150"/>
            <a:ext cx="11710220"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Energy production per capita differs significantly across countries, reflecting variations in resource availability, infrastructure development, and industrial capacity.</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1E889EB-2277-D642-2CA0-BA123E758063}"/>
              </a:ext>
            </a:extLst>
          </p:cNvPr>
          <p:cNvSpPr txBox="1"/>
          <p:nvPr/>
        </p:nvSpPr>
        <p:spPr>
          <a:xfrm>
            <a:off x="167148" y="4958685"/>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4" name="Picture 3">
            <a:extLst>
              <a:ext uri="{FF2B5EF4-FFF2-40B4-BE49-F238E27FC236}">
                <a16:creationId xmlns:a16="http://schemas.microsoft.com/office/drawing/2014/main" id="{4C41625A-9CC9-44FF-E6D7-357CCAE3DB75}"/>
              </a:ext>
            </a:extLst>
          </p:cNvPr>
          <p:cNvPicPr>
            <a:picLocks noChangeAspect="1"/>
          </p:cNvPicPr>
          <p:nvPr/>
        </p:nvPicPr>
        <p:blipFill>
          <a:blip r:embed="rId3"/>
          <a:stretch>
            <a:fillRect/>
          </a:stretch>
        </p:blipFill>
        <p:spPr>
          <a:xfrm>
            <a:off x="167148" y="1323144"/>
            <a:ext cx="6322142" cy="3635541"/>
          </a:xfrm>
          <a:prstGeom prst="rect">
            <a:avLst/>
          </a:prstGeom>
        </p:spPr>
      </p:pic>
      <p:pic>
        <p:nvPicPr>
          <p:cNvPr id="6" name="Picture 5">
            <a:extLst>
              <a:ext uri="{FF2B5EF4-FFF2-40B4-BE49-F238E27FC236}">
                <a16:creationId xmlns:a16="http://schemas.microsoft.com/office/drawing/2014/main" id="{96EA9BBA-FA2A-01B8-CC51-A851F591F52D}"/>
              </a:ext>
            </a:extLst>
          </p:cNvPr>
          <p:cNvPicPr>
            <a:picLocks noChangeAspect="1"/>
          </p:cNvPicPr>
          <p:nvPr/>
        </p:nvPicPr>
        <p:blipFill>
          <a:blip r:embed="rId4"/>
          <a:stretch>
            <a:fillRect/>
          </a:stretch>
        </p:blipFill>
        <p:spPr>
          <a:xfrm>
            <a:off x="6680581" y="1626670"/>
            <a:ext cx="5344271" cy="3562847"/>
          </a:xfrm>
          <a:prstGeom prst="rect">
            <a:avLst/>
          </a:prstGeom>
        </p:spPr>
      </p:pic>
    </p:spTree>
    <p:extLst>
      <p:ext uri="{BB962C8B-B14F-4D97-AF65-F5344CB8AC3E}">
        <p14:creationId xmlns:p14="http://schemas.microsoft.com/office/powerpoint/2010/main" val="30157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11583-1097-393F-FC4A-CFB21EE4A97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8665957-B946-4B32-CE4F-00D35070FC1C}"/>
              </a:ext>
            </a:extLst>
          </p:cNvPr>
          <p:cNvSpPr txBox="1"/>
          <p:nvPr/>
        </p:nvSpPr>
        <p:spPr>
          <a:xfrm>
            <a:off x="167148" y="255307"/>
            <a:ext cx="11936361"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spc="-50" dirty="0">
                <a:solidFill>
                  <a:srgbClr val="FF0000"/>
                </a:solidFill>
                <a:latin typeface="Verdana"/>
                <a:cs typeface="Verdana"/>
              </a:rPr>
              <a:t> Which countries have the highest energy consumption relative to GDP?</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1425BFC4-CF2D-7E14-C025-3998A7B25E64}"/>
              </a:ext>
            </a:extLst>
          </p:cNvPr>
          <p:cNvSpPr txBox="1"/>
          <p:nvPr/>
        </p:nvSpPr>
        <p:spPr>
          <a:xfrm>
            <a:off x="877220" y="867292"/>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D9B1E284-591F-CE73-C686-B35578605660}"/>
              </a:ext>
            </a:extLst>
          </p:cNvPr>
          <p:cNvSpPr txBox="1"/>
          <p:nvPr/>
        </p:nvSpPr>
        <p:spPr>
          <a:xfrm>
            <a:off x="6797298" y="939249"/>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2E131DAE-D155-BC83-B40F-8E4E6E999FC8}"/>
              </a:ext>
            </a:extLst>
          </p:cNvPr>
          <p:cNvSpPr txBox="1"/>
          <p:nvPr/>
        </p:nvSpPr>
        <p:spPr>
          <a:xfrm>
            <a:off x="135413" y="5164698"/>
            <a:ext cx="11720052" cy="1508105"/>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Countries such as Trinidad and Tobago, North Korea, and Turkmenistan show the highest energy consumption relative to GDP, indicating higher energy intensity compared to larger economies like the United States, China, and India, which demonstrate comparatively lower energy consumption per unit of economic output.</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DE26D33-1747-04CE-1A2D-9A0022EFF9DD}"/>
              </a:ext>
            </a:extLst>
          </p:cNvPr>
          <p:cNvSpPr txBox="1"/>
          <p:nvPr/>
        </p:nvSpPr>
        <p:spPr>
          <a:xfrm>
            <a:off x="135413" y="4672527"/>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5" name="Picture 4">
            <a:extLst>
              <a:ext uri="{FF2B5EF4-FFF2-40B4-BE49-F238E27FC236}">
                <a16:creationId xmlns:a16="http://schemas.microsoft.com/office/drawing/2014/main" id="{D46817B5-2B4F-09B6-8A4E-4B40CD889C3F}"/>
              </a:ext>
            </a:extLst>
          </p:cNvPr>
          <p:cNvPicPr>
            <a:picLocks noChangeAspect="1"/>
          </p:cNvPicPr>
          <p:nvPr/>
        </p:nvPicPr>
        <p:blipFill>
          <a:blip r:embed="rId3"/>
          <a:stretch>
            <a:fillRect/>
          </a:stretch>
        </p:blipFill>
        <p:spPr>
          <a:xfrm>
            <a:off x="78658" y="1314307"/>
            <a:ext cx="6017342" cy="3390366"/>
          </a:xfrm>
          <a:prstGeom prst="rect">
            <a:avLst/>
          </a:prstGeom>
        </p:spPr>
      </p:pic>
      <p:pic>
        <p:nvPicPr>
          <p:cNvPr id="10" name="Picture 9">
            <a:extLst>
              <a:ext uri="{FF2B5EF4-FFF2-40B4-BE49-F238E27FC236}">
                <a16:creationId xmlns:a16="http://schemas.microsoft.com/office/drawing/2014/main" id="{D9450D9B-E182-D71D-63B4-023504A5B3E2}"/>
              </a:ext>
            </a:extLst>
          </p:cNvPr>
          <p:cNvPicPr>
            <a:picLocks noChangeAspect="1"/>
          </p:cNvPicPr>
          <p:nvPr/>
        </p:nvPicPr>
        <p:blipFill>
          <a:blip r:embed="rId4"/>
          <a:stretch>
            <a:fillRect/>
          </a:stretch>
        </p:blipFill>
        <p:spPr>
          <a:xfrm>
            <a:off x="6575515" y="1397944"/>
            <a:ext cx="5311685" cy="3705742"/>
          </a:xfrm>
          <a:prstGeom prst="rect">
            <a:avLst/>
          </a:prstGeom>
        </p:spPr>
      </p:pic>
    </p:spTree>
    <p:extLst>
      <p:ext uri="{BB962C8B-B14F-4D97-AF65-F5344CB8AC3E}">
        <p14:creationId xmlns:p14="http://schemas.microsoft.com/office/powerpoint/2010/main" val="2008713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4B903-889D-F573-D462-82AD5202002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CB561F7-208A-7121-1E3B-4EAA4A7EFA2A}"/>
              </a:ext>
            </a:extLst>
          </p:cNvPr>
          <p:cNvSpPr txBox="1"/>
          <p:nvPr/>
        </p:nvSpPr>
        <p:spPr>
          <a:xfrm>
            <a:off x="167148" y="255307"/>
            <a:ext cx="11936361" cy="386003"/>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400" spc="-50" dirty="0">
                <a:solidFill>
                  <a:srgbClr val="FF0000"/>
                </a:solidFill>
                <a:latin typeface="Verdana"/>
                <a:cs typeface="Verdana"/>
              </a:rPr>
              <a:t> What is the global average GDP, emission, and population by year?</a:t>
            </a:r>
            <a:endParaRPr sz="2400" dirty="0">
              <a:solidFill>
                <a:srgbClr val="FF0000"/>
              </a:solidFill>
              <a:latin typeface="Verdana"/>
              <a:cs typeface="Verdana"/>
            </a:endParaRPr>
          </a:p>
        </p:txBody>
      </p:sp>
      <p:sp>
        <p:nvSpPr>
          <p:cNvPr id="7" name="object 7">
            <a:extLst>
              <a:ext uri="{FF2B5EF4-FFF2-40B4-BE49-F238E27FC236}">
                <a16:creationId xmlns:a16="http://schemas.microsoft.com/office/drawing/2014/main" id="{A04B7397-C1D7-4656-CA9B-53CADBFE0087}"/>
              </a:ext>
            </a:extLst>
          </p:cNvPr>
          <p:cNvSpPr txBox="1"/>
          <p:nvPr/>
        </p:nvSpPr>
        <p:spPr>
          <a:xfrm>
            <a:off x="877220" y="867292"/>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64532CDB-8C32-E66A-495E-DD1372E077E0}"/>
              </a:ext>
            </a:extLst>
          </p:cNvPr>
          <p:cNvSpPr txBox="1"/>
          <p:nvPr/>
        </p:nvSpPr>
        <p:spPr>
          <a:xfrm>
            <a:off x="7298744" y="898745"/>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326AABB2-E5AA-6CCB-B416-AAF8716B9D04}"/>
              </a:ext>
            </a:extLst>
          </p:cNvPr>
          <p:cNvSpPr txBox="1"/>
          <p:nvPr/>
        </p:nvSpPr>
        <p:spPr>
          <a:xfrm>
            <a:off x="167148" y="5404117"/>
            <a:ext cx="11720052"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global average GDP, emissions, and population show a steady increasing trend over the years, indicating rising economic activity accompanied by gradual growth in emissions and population.</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C4C108F4-90CC-8622-63D1-951117F680E7}"/>
              </a:ext>
            </a:extLst>
          </p:cNvPr>
          <p:cNvSpPr txBox="1"/>
          <p:nvPr/>
        </p:nvSpPr>
        <p:spPr>
          <a:xfrm>
            <a:off x="135412" y="4897815"/>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4" name="Picture 3">
            <a:extLst>
              <a:ext uri="{FF2B5EF4-FFF2-40B4-BE49-F238E27FC236}">
                <a16:creationId xmlns:a16="http://schemas.microsoft.com/office/drawing/2014/main" id="{A08D5B07-BA01-2BBD-7F3F-278E0A76E90F}"/>
              </a:ext>
            </a:extLst>
          </p:cNvPr>
          <p:cNvPicPr>
            <a:picLocks noChangeAspect="1"/>
          </p:cNvPicPr>
          <p:nvPr/>
        </p:nvPicPr>
        <p:blipFill>
          <a:blip r:embed="rId3"/>
          <a:stretch>
            <a:fillRect/>
          </a:stretch>
        </p:blipFill>
        <p:spPr>
          <a:xfrm>
            <a:off x="135412" y="1283802"/>
            <a:ext cx="6943814" cy="3388726"/>
          </a:xfrm>
          <a:prstGeom prst="rect">
            <a:avLst/>
          </a:prstGeom>
        </p:spPr>
      </p:pic>
      <p:pic>
        <p:nvPicPr>
          <p:cNvPr id="9" name="Picture 8">
            <a:extLst>
              <a:ext uri="{FF2B5EF4-FFF2-40B4-BE49-F238E27FC236}">
                <a16:creationId xmlns:a16="http://schemas.microsoft.com/office/drawing/2014/main" id="{F1D4E064-CA92-C082-3048-EDE956938296}"/>
              </a:ext>
            </a:extLst>
          </p:cNvPr>
          <p:cNvPicPr>
            <a:picLocks noChangeAspect="1"/>
          </p:cNvPicPr>
          <p:nvPr/>
        </p:nvPicPr>
        <p:blipFill>
          <a:blip r:embed="rId4"/>
          <a:stretch>
            <a:fillRect/>
          </a:stretch>
        </p:blipFill>
        <p:spPr>
          <a:xfrm>
            <a:off x="7468455" y="1546222"/>
            <a:ext cx="4327192" cy="2919145"/>
          </a:xfrm>
          <a:prstGeom prst="rect">
            <a:avLst/>
          </a:prstGeom>
        </p:spPr>
      </p:pic>
    </p:spTree>
    <p:extLst>
      <p:ext uri="{BB962C8B-B14F-4D97-AF65-F5344CB8AC3E}">
        <p14:creationId xmlns:p14="http://schemas.microsoft.com/office/powerpoint/2010/main" val="2395821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6EC3B-4C46-CF8D-F24A-8BBE4E43ABA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C3B2C38-D3E4-5580-796F-0E3FBD76DD08}"/>
              </a:ext>
            </a:extLst>
          </p:cNvPr>
          <p:cNvSpPr txBox="1"/>
          <p:nvPr/>
        </p:nvSpPr>
        <p:spPr>
          <a:xfrm>
            <a:off x="135413" y="117419"/>
            <a:ext cx="11936361" cy="739946"/>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00" spc="-50" dirty="0">
                <a:solidFill>
                  <a:srgbClr val="FF0000"/>
                </a:solidFill>
                <a:latin typeface="Verdana"/>
                <a:cs typeface="Verdana"/>
              </a:rPr>
              <a:t>What are the top 10 countries by population and how do their emissions compare?</a:t>
            </a:r>
            <a:endParaRPr sz="2300" dirty="0">
              <a:solidFill>
                <a:srgbClr val="FF0000"/>
              </a:solidFill>
              <a:latin typeface="Verdana"/>
              <a:cs typeface="Verdana"/>
            </a:endParaRPr>
          </a:p>
        </p:txBody>
      </p:sp>
      <p:sp>
        <p:nvSpPr>
          <p:cNvPr id="7" name="object 7">
            <a:extLst>
              <a:ext uri="{FF2B5EF4-FFF2-40B4-BE49-F238E27FC236}">
                <a16:creationId xmlns:a16="http://schemas.microsoft.com/office/drawing/2014/main" id="{00485DEF-455B-19F3-B432-5DD1F97FB8F9}"/>
              </a:ext>
            </a:extLst>
          </p:cNvPr>
          <p:cNvSpPr txBox="1"/>
          <p:nvPr/>
        </p:nvSpPr>
        <p:spPr>
          <a:xfrm>
            <a:off x="356111" y="925702"/>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CBC64A11-8A04-3BBF-2A0C-8527103557E1}"/>
              </a:ext>
            </a:extLst>
          </p:cNvPr>
          <p:cNvSpPr txBox="1"/>
          <p:nvPr/>
        </p:nvSpPr>
        <p:spPr>
          <a:xfrm>
            <a:off x="7397066" y="859597"/>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841DFF03-32AC-0931-1FAE-DC79BBB5A765}"/>
              </a:ext>
            </a:extLst>
          </p:cNvPr>
          <p:cNvSpPr txBox="1"/>
          <p:nvPr/>
        </p:nvSpPr>
        <p:spPr>
          <a:xfrm>
            <a:off x="135413" y="5435345"/>
            <a:ext cx="11597834" cy="1154162"/>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Highly populated countries such as China, India, and the United States contribute significantly to total global emissions, indicating that population size plays an important role in overall emission levels, although emission intensity varies across countries.</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7A1B658-CEDE-B6ED-2158-AD41691F7A78}"/>
              </a:ext>
            </a:extLst>
          </p:cNvPr>
          <p:cNvSpPr txBox="1"/>
          <p:nvPr/>
        </p:nvSpPr>
        <p:spPr>
          <a:xfrm>
            <a:off x="0" y="4909364"/>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4" name="Picture 3">
            <a:extLst>
              <a:ext uri="{FF2B5EF4-FFF2-40B4-BE49-F238E27FC236}">
                <a16:creationId xmlns:a16="http://schemas.microsoft.com/office/drawing/2014/main" id="{5668BA13-810D-D137-389B-6F6BCB544FD5}"/>
              </a:ext>
            </a:extLst>
          </p:cNvPr>
          <p:cNvPicPr>
            <a:picLocks noChangeAspect="1"/>
          </p:cNvPicPr>
          <p:nvPr/>
        </p:nvPicPr>
        <p:blipFill>
          <a:blip r:embed="rId3"/>
          <a:stretch>
            <a:fillRect/>
          </a:stretch>
        </p:blipFill>
        <p:spPr>
          <a:xfrm>
            <a:off x="7468455" y="1498464"/>
            <a:ext cx="4264792" cy="3294029"/>
          </a:xfrm>
          <a:prstGeom prst="rect">
            <a:avLst/>
          </a:prstGeom>
        </p:spPr>
      </p:pic>
      <p:pic>
        <p:nvPicPr>
          <p:cNvPr id="9" name="Picture 8">
            <a:extLst>
              <a:ext uri="{FF2B5EF4-FFF2-40B4-BE49-F238E27FC236}">
                <a16:creationId xmlns:a16="http://schemas.microsoft.com/office/drawing/2014/main" id="{272CACDC-BB37-41CE-0492-B92BD66A9ADE}"/>
              </a:ext>
            </a:extLst>
          </p:cNvPr>
          <p:cNvPicPr>
            <a:picLocks noChangeAspect="1"/>
          </p:cNvPicPr>
          <p:nvPr/>
        </p:nvPicPr>
        <p:blipFill>
          <a:blip r:embed="rId4"/>
          <a:stretch>
            <a:fillRect/>
          </a:stretch>
        </p:blipFill>
        <p:spPr>
          <a:xfrm>
            <a:off x="135413" y="1486971"/>
            <a:ext cx="6924148" cy="3155050"/>
          </a:xfrm>
          <a:prstGeom prst="rect">
            <a:avLst/>
          </a:prstGeom>
        </p:spPr>
      </p:pic>
    </p:spTree>
    <p:extLst>
      <p:ext uri="{BB962C8B-B14F-4D97-AF65-F5344CB8AC3E}">
        <p14:creationId xmlns:p14="http://schemas.microsoft.com/office/powerpoint/2010/main" val="1296031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412C9-F86A-1F04-B520-D2562104F2D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39C157A-3414-6FC9-8FA3-E7E21B1BD989}"/>
              </a:ext>
            </a:extLst>
          </p:cNvPr>
          <p:cNvSpPr txBox="1"/>
          <p:nvPr/>
        </p:nvSpPr>
        <p:spPr>
          <a:xfrm>
            <a:off x="135413" y="117419"/>
            <a:ext cx="11936361" cy="370614"/>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00" spc="-50" dirty="0">
                <a:solidFill>
                  <a:srgbClr val="FF0000"/>
                </a:solidFill>
                <a:latin typeface="Verdana"/>
                <a:cs typeface="Verdana"/>
              </a:rPr>
              <a:t>What is the emission-to-GDP ratio for each country by year?</a:t>
            </a:r>
            <a:endParaRPr sz="2300" dirty="0">
              <a:solidFill>
                <a:srgbClr val="FF0000"/>
              </a:solidFill>
              <a:latin typeface="Verdana"/>
              <a:cs typeface="Verdana"/>
            </a:endParaRPr>
          </a:p>
        </p:txBody>
      </p:sp>
      <p:sp>
        <p:nvSpPr>
          <p:cNvPr id="7" name="object 7">
            <a:extLst>
              <a:ext uri="{FF2B5EF4-FFF2-40B4-BE49-F238E27FC236}">
                <a16:creationId xmlns:a16="http://schemas.microsoft.com/office/drawing/2014/main" id="{69D974CE-C011-7A14-93A0-747D6276C696}"/>
              </a:ext>
            </a:extLst>
          </p:cNvPr>
          <p:cNvSpPr txBox="1"/>
          <p:nvPr/>
        </p:nvSpPr>
        <p:spPr>
          <a:xfrm>
            <a:off x="356111" y="925702"/>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579DA62C-153B-F4AC-A336-699C3D77BC09}"/>
              </a:ext>
            </a:extLst>
          </p:cNvPr>
          <p:cNvSpPr txBox="1"/>
          <p:nvPr/>
        </p:nvSpPr>
        <p:spPr>
          <a:xfrm>
            <a:off x="7397066" y="792552"/>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2464949B-FCCD-0333-F9BC-B89FB5F601B0}"/>
              </a:ext>
            </a:extLst>
          </p:cNvPr>
          <p:cNvSpPr txBox="1"/>
          <p:nvPr/>
        </p:nvSpPr>
        <p:spPr>
          <a:xfrm>
            <a:off x="135413" y="5435345"/>
            <a:ext cx="11597834"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emission-to-GDP ratio measures how much carbon emission is generated for each unit of economic output, helping identify countries with higher carbon intensity and lower production efficiency.</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A3211752-0E3B-675B-4478-639222ADEB2D}"/>
              </a:ext>
            </a:extLst>
          </p:cNvPr>
          <p:cNvSpPr txBox="1"/>
          <p:nvPr/>
        </p:nvSpPr>
        <p:spPr>
          <a:xfrm>
            <a:off x="0" y="4909364"/>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10" name="Picture 9">
            <a:extLst>
              <a:ext uri="{FF2B5EF4-FFF2-40B4-BE49-F238E27FC236}">
                <a16:creationId xmlns:a16="http://schemas.microsoft.com/office/drawing/2014/main" id="{D795D4F9-3FFF-23F3-BB48-11098E5157D6}"/>
              </a:ext>
            </a:extLst>
          </p:cNvPr>
          <p:cNvPicPr>
            <a:picLocks noChangeAspect="1"/>
          </p:cNvPicPr>
          <p:nvPr/>
        </p:nvPicPr>
        <p:blipFill>
          <a:blip r:embed="rId3"/>
          <a:stretch>
            <a:fillRect/>
          </a:stretch>
        </p:blipFill>
        <p:spPr>
          <a:xfrm>
            <a:off x="135413" y="1498463"/>
            <a:ext cx="5695116" cy="3163925"/>
          </a:xfrm>
          <a:prstGeom prst="rect">
            <a:avLst/>
          </a:prstGeom>
        </p:spPr>
      </p:pic>
      <p:pic>
        <p:nvPicPr>
          <p:cNvPr id="12" name="Picture 11">
            <a:extLst>
              <a:ext uri="{FF2B5EF4-FFF2-40B4-BE49-F238E27FC236}">
                <a16:creationId xmlns:a16="http://schemas.microsoft.com/office/drawing/2014/main" id="{AA2DB7ED-366D-3457-40C7-6690BDE611D6}"/>
              </a:ext>
            </a:extLst>
          </p:cNvPr>
          <p:cNvPicPr>
            <a:picLocks noChangeAspect="1"/>
          </p:cNvPicPr>
          <p:nvPr/>
        </p:nvPicPr>
        <p:blipFill>
          <a:blip r:embed="rId4"/>
          <a:stretch>
            <a:fillRect/>
          </a:stretch>
        </p:blipFill>
        <p:spPr>
          <a:xfrm>
            <a:off x="6791431" y="1325306"/>
            <a:ext cx="5265156" cy="3925120"/>
          </a:xfrm>
          <a:prstGeom prst="rect">
            <a:avLst/>
          </a:prstGeom>
        </p:spPr>
      </p:pic>
    </p:spTree>
    <p:extLst>
      <p:ext uri="{BB962C8B-B14F-4D97-AF65-F5344CB8AC3E}">
        <p14:creationId xmlns:p14="http://schemas.microsoft.com/office/powerpoint/2010/main" val="2249079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726CA-CD71-3B55-AF46-F8347416FF2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3D03FC-4A62-FD02-249E-6F5B82436170}"/>
              </a:ext>
            </a:extLst>
          </p:cNvPr>
          <p:cNvSpPr txBox="1"/>
          <p:nvPr/>
        </p:nvSpPr>
        <p:spPr>
          <a:xfrm>
            <a:off x="135413" y="236110"/>
            <a:ext cx="11936361" cy="370614"/>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00" spc="-50" dirty="0">
                <a:solidFill>
                  <a:srgbClr val="FF0000"/>
                </a:solidFill>
                <a:latin typeface="Verdana"/>
                <a:cs typeface="Verdana"/>
              </a:rPr>
              <a:t> What is the global share (%) of emissions by country?</a:t>
            </a:r>
            <a:endParaRPr sz="2300" dirty="0">
              <a:solidFill>
                <a:srgbClr val="FF0000"/>
              </a:solidFill>
              <a:latin typeface="Verdana"/>
              <a:cs typeface="Verdana"/>
            </a:endParaRPr>
          </a:p>
        </p:txBody>
      </p:sp>
      <p:sp>
        <p:nvSpPr>
          <p:cNvPr id="7" name="object 7">
            <a:extLst>
              <a:ext uri="{FF2B5EF4-FFF2-40B4-BE49-F238E27FC236}">
                <a16:creationId xmlns:a16="http://schemas.microsoft.com/office/drawing/2014/main" id="{11FDE02F-60C5-B1AB-1D64-986A72DB7008}"/>
              </a:ext>
            </a:extLst>
          </p:cNvPr>
          <p:cNvSpPr txBox="1"/>
          <p:nvPr/>
        </p:nvSpPr>
        <p:spPr>
          <a:xfrm>
            <a:off x="356111" y="925702"/>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53485B15-9DF3-DD73-B28D-2652AE2F5957}"/>
              </a:ext>
            </a:extLst>
          </p:cNvPr>
          <p:cNvSpPr txBox="1"/>
          <p:nvPr/>
        </p:nvSpPr>
        <p:spPr>
          <a:xfrm>
            <a:off x="7511845" y="851898"/>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70B841D1-FF39-EB4C-3235-055ECD16ECB1}"/>
              </a:ext>
            </a:extLst>
          </p:cNvPr>
          <p:cNvSpPr txBox="1"/>
          <p:nvPr/>
        </p:nvSpPr>
        <p:spPr>
          <a:xfrm>
            <a:off x="135413" y="5435345"/>
            <a:ext cx="11387993" cy="1154162"/>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China accounts for the largest share of global emissions (over 30%), followed by the United States and India, indicating that a small group of countries contributes a significant proportion of total global emissions.</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05D3ED55-9F70-1FBE-B70B-97C6DAC1E877}"/>
              </a:ext>
            </a:extLst>
          </p:cNvPr>
          <p:cNvSpPr txBox="1"/>
          <p:nvPr/>
        </p:nvSpPr>
        <p:spPr>
          <a:xfrm>
            <a:off x="0" y="4909364"/>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5" name="Picture 4">
            <a:extLst>
              <a:ext uri="{FF2B5EF4-FFF2-40B4-BE49-F238E27FC236}">
                <a16:creationId xmlns:a16="http://schemas.microsoft.com/office/drawing/2014/main" id="{A16C82D3-A48E-5873-5200-2E33B58E1CE0}"/>
              </a:ext>
            </a:extLst>
          </p:cNvPr>
          <p:cNvPicPr>
            <a:picLocks noChangeAspect="1"/>
          </p:cNvPicPr>
          <p:nvPr/>
        </p:nvPicPr>
        <p:blipFill>
          <a:blip r:embed="rId3"/>
          <a:stretch>
            <a:fillRect/>
          </a:stretch>
        </p:blipFill>
        <p:spPr>
          <a:xfrm>
            <a:off x="135413" y="1498464"/>
            <a:ext cx="6953645" cy="3410900"/>
          </a:xfrm>
          <a:prstGeom prst="rect">
            <a:avLst/>
          </a:prstGeom>
        </p:spPr>
      </p:pic>
      <p:pic>
        <p:nvPicPr>
          <p:cNvPr id="10" name="Picture 9">
            <a:extLst>
              <a:ext uri="{FF2B5EF4-FFF2-40B4-BE49-F238E27FC236}">
                <a16:creationId xmlns:a16="http://schemas.microsoft.com/office/drawing/2014/main" id="{3E972CA4-84CC-8D57-588B-FDB27926B354}"/>
              </a:ext>
            </a:extLst>
          </p:cNvPr>
          <p:cNvPicPr>
            <a:picLocks noChangeAspect="1"/>
          </p:cNvPicPr>
          <p:nvPr/>
        </p:nvPicPr>
        <p:blipFill>
          <a:blip r:embed="rId4"/>
          <a:stretch>
            <a:fillRect/>
          </a:stretch>
        </p:blipFill>
        <p:spPr>
          <a:xfrm>
            <a:off x="7511845" y="1317701"/>
            <a:ext cx="4544742" cy="3772426"/>
          </a:xfrm>
          <a:prstGeom prst="rect">
            <a:avLst/>
          </a:prstGeom>
        </p:spPr>
      </p:pic>
    </p:spTree>
    <p:extLst>
      <p:ext uri="{BB962C8B-B14F-4D97-AF65-F5344CB8AC3E}">
        <p14:creationId xmlns:p14="http://schemas.microsoft.com/office/powerpoint/2010/main" val="2147142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91A9C-A407-6789-6C70-31D7215DF416}"/>
              </a:ext>
            </a:extLst>
          </p:cNvPr>
          <p:cNvSpPr>
            <a:spLocks noGrp="1"/>
          </p:cNvSpPr>
          <p:nvPr>
            <p:ph type="title"/>
          </p:nvPr>
        </p:nvSpPr>
        <p:spPr>
          <a:xfrm>
            <a:off x="4159044" y="53104"/>
            <a:ext cx="3399503" cy="627933"/>
          </a:xfrm>
        </p:spPr>
        <p:txBody>
          <a:bodyPr>
            <a:normAutofit fontScale="90000"/>
          </a:bodyPr>
          <a:lstStyle/>
          <a:p>
            <a:r>
              <a:rPr lang="en-IN" spc="-160" dirty="0">
                <a:solidFill>
                  <a:srgbClr val="FF0000"/>
                </a:solidFill>
                <a:latin typeface="Times New Roman Bold" panose="02020803070505020304" pitchFamily="18" charset="0"/>
                <a:cs typeface="Times New Roman Bold" panose="02020803070505020304" pitchFamily="18" charset="0"/>
              </a:rPr>
              <a:t>Key</a:t>
            </a:r>
            <a:r>
              <a:rPr lang="en-IN" spc="-285" dirty="0">
                <a:solidFill>
                  <a:srgbClr val="FF0000"/>
                </a:solidFill>
                <a:latin typeface="Times New Roman Bold" panose="02020803070505020304" pitchFamily="18" charset="0"/>
                <a:cs typeface="Times New Roman Bold" panose="02020803070505020304" pitchFamily="18" charset="0"/>
              </a:rPr>
              <a:t> </a:t>
            </a:r>
            <a:r>
              <a:rPr lang="en-IN" spc="-160" dirty="0">
                <a:solidFill>
                  <a:srgbClr val="FF0000"/>
                </a:solidFill>
                <a:latin typeface="Times New Roman Bold" panose="02020803070505020304" pitchFamily="18" charset="0"/>
                <a:cs typeface="Times New Roman Bold" panose="02020803070505020304" pitchFamily="18" charset="0"/>
              </a:rPr>
              <a:t>Insights</a:t>
            </a:r>
            <a:r>
              <a:rPr lang="en-IN" spc="-265" dirty="0">
                <a:solidFill>
                  <a:srgbClr val="FF0000"/>
                </a:solidFill>
                <a:latin typeface="Times New Roman Bold" panose="02020803070505020304" pitchFamily="18" charset="0"/>
                <a:cs typeface="Times New Roman Bold" panose="02020803070505020304" pitchFamily="18" charset="0"/>
              </a:rPr>
              <a:t> </a:t>
            </a:r>
            <a:r>
              <a:rPr lang="en-IN" spc="-830" dirty="0">
                <a:solidFill>
                  <a:srgbClr val="FF0000"/>
                </a:solidFill>
                <a:latin typeface="Times New Roman Bold" panose="02020803070505020304" pitchFamily="18" charset="0"/>
                <a:cs typeface="Times New Roman Bold" panose="02020803070505020304" pitchFamily="18" charset="0"/>
              </a:rPr>
              <a:t>:</a:t>
            </a:r>
            <a:endParaRPr lang="en-IN" dirty="0">
              <a:solidFill>
                <a:srgbClr val="FF0000"/>
              </a:solidFill>
              <a:latin typeface="Times New Roman Bold" panose="02020803070505020304" pitchFamily="18" charset="0"/>
              <a:cs typeface="Times New Roman Bold" panose="02020803070505020304" pitchFamily="18" charset="0"/>
            </a:endParaRPr>
          </a:p>
        </p:txBody>
      </p:sp>
      <p:sp>
        <p:nvSpPr>
          <p:cNvPr id="3" name="Text Placeholder 2">
            <a:extLst>
              <a:ext uri="{FF2B5EF4-FFF2-40B4-BE49-F238E27FC236}">
                <a16:creationId xmlns:a16="http://schemas.microsoft.com/office/drawing/2014/main" id="{1B517CEA-EC9B-27A0-2F12-9C4FBF6634AD}"/>
              </a:ext>
            </a:extLst>
          </p:cNvPr>
          <p:cNvSpPr>
            <a:spLocks noGrp="1"/>
          </p:cNvSpPr>
          <p:nvPr>
            <p:ph idx="1"/>
          </p:nvPr>
        </p:nvSpPr>
        <p:spPr>
          <a:xfrm>
            <a:off x="201561" y="681037"/>
            <a:ext cx="11788878" cy="6123859"/>
          </a:xfrm>
        </p:spPr>
        <p:txBody>
          <a:bodyPr>
            <a:normAutofit fontScale="25000" lnSpcReduction="20000"/>
          </a:bodyPr>
          <a:lstStyle/>
          <a:p>
            <a:pPr>
              <a:lnSpc>
                <a:spcPct val="120000"/>
              </a:lnSpc>
              <a:buFont typeface="Wingdings" panose="05000000000000000000" pitchFamily="2" charset="2"/>
              <a:buChar char="Ø"/>
            </a:pPr>
            <a:r>
              <a:rPr lang="en-US" sz="8400" b="1" dirty="0">
                <a:latin typeface="Times New Roman "/>
                <a:cs typeface="Times New Roman" panose="02020603050405020304" pitchFamily="18" charset="0"/>
              </a:rPr>
              <a:t> Emissions are highly concentrated among a few countries</a:t>
            </a:r>
          </a:p>
          <a:p>
            <a:pPr>
              <a:lnSpc>
                <a:spcPct val="120000"/>
              </a:lnSpc>
            </a:pPr>
            <a:r>
              <a:rPr lang="en-US" sz="8400" dirty="0">
                <a:latin typeface="Times New Roman "/>
                <a:cs typeface="Times New Roman" panose="02020603050405020304" pitchFamily="18" charset="0"/>
              </a:rPr>
              <a:t>China, the United States, and India together account for a very large share of global CO₂ emissions, indicating that global climate strategies must strongly involve these economies.</a:t>
            </a:r>
          </a:p>
          <a:p>
            <a:pPr>
              <a:lnSpc>
                <a:spcPct val="120000"/>
              </a:lnSpc>
              <a:buFont typeface="Wingdings" panose="05000000000000000000" pitchFamily="2" charset="2"/>
              <a:buChar char="Ø"/>
            </a:pPr>
            <a:r>
              <a:rPr lang="en-US" sz="8400" b="1" dirty="0">
                <a:latin typeface="Times New Roman "/>
                <a:cs typeface="Times New Roman" panose="02020603050405020304" pitchFamily="18" charset="0"/>
              </a:rPr>
              <a:t>Fossil fuels dominate emission sources</a:t>
            </a:r>
          </a:p>
          <a:p>
            <a:pPr>
              <a:lnSpc>
                <a:spcPct val="120000"/>
              </a:lnSpc>
            </a:pPr>
            <a:r>
              <a:rPr lang="en-US" sz="8400" dirty="0">
                <a:latin typeface="Times New Roman "/>
                <a:cs typeface="Times New Roman" panose="02020603050405020304" pitchFamily="18" charset="0"/>
              </a:rPr>
              <a:t>Coal and oil-based energy sources contribute the majority of global emissions, showing that transitioning to renewable energy remains the most critical pathway for emission reduction.</a:t>
            </a:r>
          </a:p>
          <a:p>
            <a:pPr>
              <a:lnSpc>
                <a:spcPct val="120000"/>
              </a:lnSpc>
              <a:buFont typeface="Wingdings" panose="05000000000000000000" pitchFamily="2" charset="2"/>
              <a:buChar char="Ø"/>
            </a:pPr>
            <a:r>
              <a:rPr lang="en-US" sz="8400" b="1" dirty="0">
                <a:latin typeface="Times New Roman "/>
                <a:cs typeface="Times New Roman" panose="02020603050405020304" pitchFamily="18" charset="0"/>
              </a:rPr>
              <a:t>Population size strongly influences total emissions</a:t>
            </a:r>
            <a:endParaRPr lang="en-US" sz="8400" dirty="0">
              <a:latin typeface="Times New Roman "/>
            </a:endParaRPr>
          </a:p>
          <a:p>
            <a:pPr>
              <a:lnSpc>
                <a:spcPct val="120000"/>
              </a:lnSpc>
              <a:buFont typeface="Arial" panose="020B0604020202020204" pitchFamily="34" charset="0"/>
              <a:buChar char="•"/>
            </a:pPr>
            <a:r>
              <a:rPr lang="en-US" sz="8400" dirty="0">
                <a:latin typeface="Times New Roman "/>
                <a:cs typeface="Times New Roman Bold" panose="02020803070505020304" pitchFamily="18" charset="0"/>
              </a:rPr>
              <a:t>Countries with large populations (India, China, Indonesia) show higher total emissions, even when their per-capita emissions are comparatively lower.</a:t>
            </a:r>
          </a:p>
          <a:p>
            <a:pPr>
              <a:lnSpc>
                <a:spcPct val="120000"/>
              </a:lnSpc>
              <a:buFont typeface="Wingdings" panose="05000000000000000000" pitchFamily="2" charset="2"/>
              <a:buChar char="Ø"/>
            </a:pPr>
            <a:r>
              <a:rPr lang="en-US" sz="8400" b="1" dirty="0">
                <a:latin typeface="Times New Roman "/>
                <a:cs typeface="Times New Roman" panose="02020603050405020304" pitchFamily="18" charset="0"/>
              </a:rPr>
              <a:t>Energy consumption relative to GDP varies widely</a:t>
            </a:r>
          </a:p>
          <a:p>
            <a:pPr>
              <a:lnSpc>
                <a:spcPct val="120000"/>
              </a:lnSpc>
              <a:buFont typeface="Arial" panose="020B0604020202020204" pitchFamily="34" charset="0"/>
              <a:buChar char="•"/>
            </a:pPr>
            <a:r>
              <a:rPr lang="en-US" sz="8400" dirty="0">
                <a:latin typeface="Times New Roman "/>
                <a:cs typeface="Times New Roman" panose="02020603050405020304" pitchFamily="18" charset="0"/>
              </a:rPr>
              <a:t>Some resource-dependent economies consume significantly more energy per unit of GDP, indicating lower energy efficiency compared to developed economies.</a:t>
            </a:r>
          </a:p>
          <a:p>
            <a:pPr>
              <a:lnSpc>
                <a:spcPct val="120000"/>
              </a:lnSpc>
              <a:buFont typeface="Wingdings" panose="05000000000000000000" pitchFamily="2" charset="2"/>
              <a:buChar char="Ø"/>
            </a:pPr>
            <a:r>
              <a:rPr lang="en-US" sz="8400" b="1" dirty="0">
                <a:latin typeface="Times New Roman "/>
                <a:cs typeface="Times New Roman" panose="02020603050405020304" pitchFamily="18" charset="0"/>
              </a:rPr>
              <a:t> Per-capita production and consumption trends highlight development differences</a:t>
            </a:r>
            <a:endParaRPr lang="en-US" sz="8400" dirty="0">
              <a:latin typeface="Times New Roman "/>
              <a:cs typeface="Times New Roman" panose="02020603050405020304" pitchFamily="18" charset="0"/>
            </a:endParaRPr>
          </a:p>
          <a:p>
            <a:pPr>
              <a:lnSpc>
                <a:spcPct val="120000"/>
              </a:lnSpc>
              <a:buFont typeface="Arial" panose="020B0604020202020204" pitchFamily="34" charset="0"/>
              <a:buChar char="•"/>
            </a:pPr>
            <a:r>
              <a:rPr lang="en-US" sz="8400" dirty="0">
                <a:latin typeface="Times New Roman "/>
                <a:cs typeface="Times New Roman" panose="02020603050405020304" pitchFamily="18" charset="0"/>
              </a:rPr>
              <a:t>Developed economies show higher per-capita energy usage, while developing countries demonstrate rising trends driven by industrial growth and urbanization.</a:t>
            </a:r>
          </a:p>
          <a:p>
            <a:endParaRPr lang="en-IN" dirty="0"/>
          </a:p>
        </p:txBody>
      </p:sp>
    </p:spTree>
    <p:extLst>
      <p:ext uri="{BB962C8B-B14F-4D97-AF65-F5344CB8AC3E}">
        <p14:creationId xmlns:p14="http://schemas.microsoft.com/office/powerpoint/2010/main" val="2125056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E326F-C1D7-D436-62F9-56A7A7CA53C5}"/>
              </a:ext>
            </a:extLst>
          </p:cNvPr>
          <p:cNvSpPr>
            <a:spLocks noGrp="1"/>
          </p:cNvSpPr>
          <p:nvPr>
            <p:ph type="title"/>
          </p:nvPr>
        </p:nvSpPr>
        <p:spPr>
          <a:xfrm>
            <a:off x="3421625" y="29497"/>
            <a:ext cx="4837471" cy="681038"/>
          </a:xfrm>
        </p:spPr>
        <p:txBody>
          <a:bodyPr>
            <a:normAutofit fontScale="90000"/>
          </a:bodyPr>
          <a:lstStyle/>
          <a:p>
            <a:r>
              <a:rPr lang="en-IN" spc="-125" dirty="0">
                <a:solidFill>
                  <a:srgbClr val="FF0000"/>
                </a:solidFill>
                <a:latin typeface="Times New Roman Bold" panose="02020803070505020304" pitchFamily="18" charset="0"/>
                <a:cs typeface="Times New Roman Bold" panose="02020803070505020304" pitchFamily="18" charset="0"/>
              </a:rPr>
              <a:t>Recommendations</a:t>
            </a:r>
            <a:r>
              <a:rPr lang="en-IN" spc="-150" dirty="0">
                <a:solidFill>
                  <a:srgbClr val="FF0000"/>
                </a:solidFill>
                <a:latin typeface="Times New Roman Bold" panose="02020803070505020304" pitchFamily="18" charset="0"/>
                <a:cs typeface="Times New Roman Bold" panose="02020803070505020304" pitchFamily="18" charset="0"/>
              </a:rPr>
              <a:t> </a:t>
            </a:r>
            <a:r>
              <a:rPr lang="en-IN" spc="-830" dirty="0">
                <a:solidFill>
                  <a:srgbClr val="FF0000"/>
                </a:solidFill>
                <a:latin typeface="Times New Roman Bold" panose="02020803070505020304" pitchFamily="18" charset="0"/>
                <a:cs typeface="Times New Roman Bold" panose="02020803070505020304" pitchFamily="18" charset="0"/>
              </a:rPr>
              <a:t>:</a:t>
            </a:r>
            <a:endParaRPr lang="en-IN" dirty="0">
              <a:solidFill>
                <a:srgbClr val="FF0000"/>
              </a:solidFill>
              <a:latin typeface="Times New Roman Bold" panose="02020803070505020304" pitchFamily="18" charset="0"/>
              <a:cs typeface="Times New Roman Bold" panose="02020803070505020304" pitchFamily="18" charset="0"/>
            </a:endParaRPr>
          </a:p>
        </p:txBody>
      </p:sp>
      <p:sp>
        <p:nvSpPr>
          <p:cNvPr id="3" name="Content Placeholder 2">
            <a:extLst>
              <a:ext uri="{FF2B5EF4-FFF2-40B4-BE49-F238E27FC236}">
                <a16:creationId xmlns:a16="http://schemas.microsoft.com/office/drawing/2014/main" id="{2819CCD4-FE84-FBBB-CF8D-4D6E7BAEFB30}"/>
              </a:ext>
            </a:extLst>
          </p:cNvPr>
          <p:cNvSpPr>
            <a:spLocks noGrp="1"/>
          </p:cNvSpPr>
          <p:nvPr>
            <p:ph idx="1"/>
          </p:nvPr>
        </p:nvSpPr>
        <p:spPr>
          <a:xfrm>
            <a:off x="186813" y="710535"/>
            <a:ext cx="11887200" cy="6034394"/>
          </a:xfrm>
        </p:spPr>
        <p:txBody>
          <a:bodyPr>
            <a:noAutofit/>
          </a:bodyPr>
          <a:lstStyle/>
          <a:p>
            <a:pPr marL="469900" marR="5080" indent="-457200">
              <a:lnSpc>
                <a:spcPct val="170000"/>
              </a:lnSpc>
              <a:spcBef>
                <a:spcPts val="65"/>
              </a:spcBef>
              <a:buFont typeface="Wingdings" panose="05000000000000000000" pitchFamily="2" charset="2"/>
              <a:buChar char="Ø"/>
              <a:tabLst>
                <a:tab pos="241300" algn="l"/>
              </a:tabLst>
            </a:pPr>
            <a:r>
              <a:rPr lang="en-US" sz="2250" dirty="0">
                <a:latin typeface="Times New Roman "/>
                <a:cs typeface="Times New Roman Bold" panose="02020803070505020304" pitchFamily="18" charset="0"/>
              </a:rPr>
              <a:t>Accelerate the adoption of renewable energy sources to reduce emissions and lower dependence on fossil fuels.</a:t>
            </a:r>
          </a:p>
          <a:p>
            <a:pPr marL="469900" marR="5080" indent="-457200">
              <a:lnSpc>
                <a:spcPct val="170000"/>
              </a:lnSpc>
              <a:spcBef>
                <a:spcPts val="65"/>
              </a:spcBef>
              <a:buFont typeface="Wingdings" panose="05000000000000000000" pitchFamily="2" charset="2"/>
              <a:buChar char="Ø"/>
              <a:tabLst>
                <a:tab pos="241300" algn="l"/>
              </a:tabLst>
            </a:pPr>
            <a:r>
              <a:rPr lang="en-US" sz="2250" dirty="0">
                <a:latin typeface="Times New Roman "/>
                <a:cs typeface="Times New Roman Bold" panose="02020803070505020304" pitchFamily="18" charset="0"/>
              </a:rPr>
              <a:t>Enhance energy efficiency by implementing cleaner technologies, upgrading infrastructure, and optimizing energy management systems.</a:t>
            </a:r>
          </a:p>
          <a:p>
            <a:pPr marL="469900" marR="5080" indent="-457200">
              <a:lnSpc>
                <a:spcPct val="170000"/>
              </a:lnSpc>
              <a:spcBef>
                <a:spcPts val="65"/>
              </a:spcBef>
              <a:buFont typeface="Wingdings" panose="05000000000000000000" pitchFamily="2" charset="2"/>
              <a:buChar char="Ø"/>
              <a:tabLst>
                <a:tab pos="241300" algn="l"/>
              </a:tabLst>
            </a:pPr>
            <a:r>
              <a:rPr lang="en-US" sz="2250" dirty="0">
                <a:latin typeface="Times New Roman "/>
                <a:cs typeface="Times New Roman Bold" panose="02020803070505020304" pitchFamily="18" charset="0"/>
              </a:rPr>
              <a:t>Support data-driven policy and business decisions through continuous monitoring of energy, emission, GDP, and population trends.</a:t>
            </a:r>
          </a:p>
          <a:p>
            <a:pPr marL="469900" marR="5080" indent="-457200">
              <a:lnSpc>
                <a:spcPct val="170000"/>
              </a:lnSpc>
              <a:spcBef>
                <a:spcPts val="65"/>
              </a:spcBef>
              <a:buFont typeface="Wingdings" panose="05000000000000000000" pitchFamily="2" charset="2"/>
              <a:buChar char="Ø"/>
              <a:tabLst>
                <a:tab pos="241300" algn="l"/>
              </a:tabLst>
            </a:pPr>
            <a:r>
              <a:rPr lang="en-US" sz="2250" dirty="0">
                <a:latin typeface="Times New Roman "/>
                <a:cs typeface="Times New Roman Bold" panose="02020803070505020304" pitchFamily="18" charset="0"/>
              </a:rPr>
              <a:t>Increase investments in low-carbon and sustainable technologies to ensure long-term environmental and economic stability.</a:t>
            </a:r>
          </a:p>
          <a:p>
            <a:pPr marL="469900" marR="5080" indent="-457200">
              <a:lnSpc>
                <a:spcPct val="170000"/>
              </a:lnSpc>
              <a:spcBef>
                <a:spcPts val="65"/>
              </a:spcBef>
              <a:buFont typeface="Wingdings" panose="05000000000000000000" pitchFamily="2" charset="2"/>
              <a:buChar char="Ø"/>
              <a:tabLst>
                <a:tab pos="241300" algn="l"/>
              </a:tabLst>
            </a:pPr>
            <a:r>
              <a:rPr lang="en-US" sz="2250" dirty="0">
                <a:latin typeface="Times New Roman "/>
                <a:cs typeface="Times New Roman Bold" panose="02020803070505020304" pitchFamily="18" charset="0"/>
              </a:rPr>
              <a:t>Strengthen global cooperation and benchmarking to learn from high-efficiency countries and implement best energy practices.</a:t>
            </a:r>
            <a:endParaRPr lang="en-IN" sz="2250" dirty="0">
              <a:latin typeface="Times New Roman "/>
              <a:cs typeface="Times New Roman Bold" panose="02020803070505020304" pitchFamily="18" charset="0"/>
            </a:endParaRPr>
          </a:p>
        </p:txBody>
      </p:sp>
    </p:spTree>
    <p:extLst>
      <p:ext uri="{BB962C8B-B14F-4D97-AF65-F5344CB8AC3E}">
        <p14:creationId xmlns:p14="http://schemas.microsoft.com/office/powerpoint/2010/main" val="3212743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A95EE-463A-0875-0740-6635FD4DE4FD}"/>
              </a:ext>
            </a:extLst>
          </p:cNvPr>
          <p:cNvSpPr>
            <a:spLocks noGrp="1"/>
          </p:cNvSpPr>
          <p:nvPr>
            <p:ph type="title"/>
          </p:nvPr>
        </p:nvSpPr>
        <p:spPr>
          <a:xfrm>
            <a:off x="3736258" y="-19664"/>
            <a:ext cx="3252019" cy="789191"/>
          </a:xfrm>
        </p:spPr>
        <p:txBody>
          <a:bodyPr/>
          <a:lstStyle/>
          <a:p>
            <a:r>
              <a:rPr lang="en-IN" spc="-80" dirty="0">
                <a:solidFill>
                  <a:srgbClr val="FF0000"/>
                </a:solidFill>
                <a:latin typeface="Times New Roman Bold" panose="02020803070505020304" pitchFamily="18" charset="0"/>
                <a:cs typeface="Times New Roman Bold" panose="02020803070505020304" pitchFamily="18" charset="0"/>
              </a:rPr>
              <a:t>Conclusion</a:t>
            </a:r>
            <a:r>
              <a:rPr lang="en-IN" spc="-325" dirty="0">
                <a:solidFill>
                  <a:srgbClr val="FF0000"/>
                </a:solidFill>
                <a:latin typeface="Times New Roman Bold" panose="02020803070505020304" pitchFamily="18" charset="0"/>
                <a:cs typeface="Times New Roman Bold" panose="02020803070505020304" pitchFamily="18" charset="0"/>
              </a:rPr>
              <a:t> </a:t>
            </a:r>
            <a:r>
              <a:rPr lang="en-IN" spc="-830" dirty="0">
                <a:solidFill>
                  <a:srgbClr val="FF0000"/>
                </a:solidFill>
                <a:latin typeface="Times New Roman Bold" panose="02020803070505020304" pitchFamily="18" charset="0"/>
                <a:cs typeface="Times New Roman Bold" panose="02020803070505020304" pitchFamily="18" charset="0"/>
              </a:rPr>
              <a:t>:</a:t>
            </a:r>
            <a:endParaRPr lang="en-IN" dirty="0">
              <a:solidFill>
                <a:srgbClr val="FF0000"/>
              </a:solidFill>
              <a:latin typeface="Times New Roman Bold" panose="02020803070505020304" pitchFamily="18" charset="0"/>
              <a:cs typeface="Times New Roman Bold" panose="02020803070505020304" pitchFamily="18" charset="0"/>
            </a:endParaRPr>
          </a:p>
        </p:txBody>
      </p:sp>
      <p:sp>
        <p:nvSpPr>
          <p:cNvPr id="3" name="Content Placeholder 2">
            <a:extLst>
              <a:ext uri="{FF2B5EF4-FFF2-40B4-BE49-F238E27FC236}">
                <a16:creationId xmlns:a16="http://schemas.microsoft.com/office/drawing/2014/main" id="{B68660D7-7E3E-CEEA-170D-117751D00B2B}"/>
              </a:ext>
            </a:extLst>
          </p:cNvPr>
          <p:cNvSpPr>
            <a:spLocks noGrp="1"/>
          </p:cNvSpPr>
          <p:nvPr>
            <p:ph idx="1"/>
          </p:nvPr>
        </p:nvSpPr>
        <p:spPr>
          <a:xfrm>
            <a:off x="182511" y="924232"/>
            <a:ext cx="11468715" cy="5565929"/>
          </a:xfrm>
        </p:spPr>
        <p:txBody>
          <a:bodyPr>
            <a:normAutofit/>
          </a:bodyPr>
          <a:lstStyle/>
          <a:p>
            <a:pPr marL="355600" marR="8890" indent="-342900">
              <a:lnSpc>
                <a:spcPct val="150000"/>
              </a:lnSpc>
              <a:spcBef>
                <a:spcPts val="65"/>
              </a:spcBef>
              <a:buFont typeface="Wingdings" panose="05000000000000000000" pitchFamily="2" charset="2"/>
              <a:buChar char="Ø"/>
              <a:tabLst>
                <a:tab pos="241300" algn="l"/>
              </a:tabLst>
            </a:pPr>
            <a:r>
              <a:rPr lang="en-US" sz="2400" dirty="0">
                <a:latin typeface="Times New Roman "/>
              </a:rPr>
              <a:t>Energy consumption and emissions are heavily concentrated in a few major economies due to large populations, industrial expansion, and strong economic activity.</a:t>
            </a:r>
          </a:p>
          <a:p>
            <a:pPr marL="355600" marR="8890" indent="-342900">
              <a:lnSpc>
                <a:spcPct val="150000"/>
              </a:lnSpc>
              <a:spcBef>
                <a:spcPts val="65"/>
              </a:spcBef>
              <a:buFont typeface="Wingdings" panose="05000000000000000000" pitchFamily="2" charset="2"/>
              <a:buChar char="Ø"/>
              <a:tabLst>
                <a:tab pos="241300" algn="l"/>
              </a:tabLst>
            </a:pPr>
            <a:r>
              <a:rPr lang="en-US" sz="2400" dirty="0">
                <a:latin typeface="Times New Roman "/>
              </a:rPr>
              <a:t>Fossil fuels such as coal, oil, and natural gas remain the dominant contributors to global emissions, indicating a strong connection between energy usage patterns and environmental impact.</a:t>
            </a:r>
          </a:p>
          <a:p>
            <a:pPr marL="355600" marR="8890" indent="-342900">
              <a:lnSpc>
                <a:spcPct val="150000"/>
              </a:lnSpc>
              <a:spcBef>
                <a:spcPts val="65"/>
              </a:spcBef>
              <a:buFont typeface="Wingdings" panose="05000000000000000000" pitchFamily="2" charset="2"/>
              <a:buChar char="Ø"/>
              <a:tabLst>
                <a:tab pos="241300" algn="l"/>
              </a:tabLst>
            </a:pPr>
            <a:r>
              <a:rPr lang="en-US" sz="2400" dirty="0">
                <a:latin typeface="Times New Roman "/>
              </a:rPr>
              <a:t>Several countries demonstrate higher energy efficiency by generating greater economic output with comparatively lower emission levels.</a:t>
            </a:r>
          </a:p>
          <a:p>
            <a:pPr marL="355600" marR="8890" indent="-342900">
              <a:lnSpc>
                <a:spcPct val="150000"/>
              </a:lnSpc>
              <a:spcBef>
                <a:spcPts val="65"/>
              </a:spcBef>
              <a:buFont typeface="Wingdings" panose="05000000000000000000" pitchFamily="2" charset="2"/>
              <a:buChar char="Ø"/>
              <a:tabLst>
                <a:tab pos="241300" algn="l"/>
              </a:tabLst>
            </a:pPr>
            <a:r>
              <a:rPr lang="en-US" sz="2400" spc="-10" dirty="0">
                <a:latin typeface="Times New Roman "/>
                <a:cs typeface="Times New Roman" panose="02020603050405020304" pitchFamily="18" charset="0"/>
              </a:rPr>
              <a:t>Renewable</a:t>
            </a:r>
            <a:r>
              <a:rPr lang="en-US" sz="2400" dirty="0">
                <a:latin typeface="Times New Roman "/>
                <a:cs typeface="Times New Roman" panose="02020603050405020304" pitchFamily="18" charset="0"/>
              </a:rPr>
              <a:t>	</a:t>
            </a:r>
            <a:r>
              <a:rPr lang="en-US" sz="2400" spc="-10" dirty="0">
                <a:latin typeface="Times New Roman "/>
                <a:cs typeface="Times New Roman" panose="02020603050405020304" pitchFamily="18" charset="0"/>
              </a:rPr>
              <a:t>energy</a:t>
            </a:r>
            <a:r>
              <a:rPr lang="en-US" sz="2400" dirty="0">
                <a:latin typeface="Times New Roman "/>
                <a:cs typeface="Times New Roman" panose="02020603050405020304" pitchFamily="18" charset="0"/>
              </a:rPr>
              <a:t>	</a:t>
            </a:r>
            <a:r>
              <a:rPr lang="en-US" sz="2400" spc="-10" dirty="0">
                <a:latin typeface="Times New Roman "/>
                <a:cs typeface="Times New Roman" panose="02020603050405020304" pitchFamily="18" charset="0"/>
              </a:rPr>
              <a:t>adoption </a:t>
            </a:r>
            <a:r>
              <a:rPr lang="en-US" sz="2400" spc="-25" dirty="0">
                <a:latin typeface="Times New Roman "/>
                <a:cs typeface="Times New Roman" panose="02020603050405020304" pitchFamily="18" charset="0"/>
              </a:rPr>
              <a:t>and </a:t>
            </a:r>
            <a:r>
              <a:rPr lang="en-US" sz="2400" spc="-10" dirty="0">
                <a:latin typeface="Times New Roman "/>
                <a:cs typeface="Times New Roman" panose="02020603050405020304" pitchFamily="18" charset="0"/>
              </a:rPr>
              <a:t>efficiency improvements  </a:t>
            </a:r>
            <a:r>
              <a:rPr lang="en-US" sz="2400" spc="-25" dirty="0">
                <a:latin typeface="Times New Roman "/>
                <a:cs typeface="Times New Roman" panose="02020603050405020304" pitchFamily="18" charset="0"/>
              </a:rPr>
              <a:t>are </a:t>
            </a:r>
            <a:r>
              <a:rPr lang="en-US" sz="2400" spc="-10" dirty="0">
                <a:latin typeface="Times New Roman "/>
                <a:cs typeface="Times New Roman" panose="02020603050405020304" pitchFamily="18" charset="0"/>
              </a:rPr>
              <a:t>critical </a:t>
            </a:r>
            <a:r>
              <a:rPr lang="en-US" sz="2400" spc="-25" dirty="0">
                <a:latin typeface="Times New Roman "/>
                <a:cs typeface="Times New Roman" panose="02020603050405020304" pitchFamily="18" charset="0"/>
              </a:rPr>
              <a:t>to </a:t>
            </a:r>
            <a:r>
              <a:rPr lang="en-US" sz="2400" spc="-100" dirty="0">
                <a:latin typeface="Times New Roman "/>
                <a:cs typeface="Times New Roman" panose="02020603050405020304" pitchFamily="18" charset="0"/>
              </a:rPr>
              <a:t>reducing</a:t>
            </a:r>
            <a:r>
              <a:rPr lang="en-US" sz="2400" dirty="0">
                <a:latin typeface="Times New Roman "/>
                <a:cs typeface="Times New Roman" panose="02020603050405020304" pitchFamily="18" charset="0"/>
              </a:rPr>
              <a:t> </a:t>
            </a:r>
            <a:r>
              <a:rPr lang="en-US" sz="2400" spc="-45" dirty="0">
                <a:latin typeface="Times New Roman "/>
                <a:cs typeface="Times New Roman" panose="02020603050405020304" pitchFamily="18" charset="0"/>
              </a:rPr>
              <a:t>emissions</a:t>
            </a:r>
            <a:r>
              <a:rPr lang="en-US" sz="2400" spc="-170" dirty="0">
                <a:latin typeface="Times New Roman "/>
                <a:cs typeface="Times New Roman" panose="02020603050405020304" pitchFamily="18" charset="0"/>
              </a:rPr>
              <a:t> </a:t>
            </a:r>
            <a:r>
              <a:rPr lang="en-US" sz="2400" spc="-145" dirty="0">
                <a:latin typeface="Times New Roman "/>
                <a:cs typeface="Times New Roman" panose="02020603050405020304" pitchFamily="18" charset="0"/>
              </a:rPr>
              <a:t>while</a:t>
            </a:r>
            <a:r>
              <a:rPr lang="en-US" sz="2400" spc="-175" dirty="0">
                <a:latin typeface="Times New Roman "/>
                <a:cs typeface="Times New Roman" panose="02020603050405020304" pitchFamily="18" charset="0"/>
              </a:rPr>
              <a:t> </a:t>
            </a:r>
            <a:r>
              <a:rPr lang="en-US" sz="2400" spc="-105" dirty="0">
                <a:latin typeface="Times New Roman "/>
                <a:cs typeface="Times New Roman" panose="02020603050405020304" pitchFamily="18" charset="0"/>
              </a:rPr>
              <a:t>supporting</a:t>
            </a:r>
            <a:r>
              <a:rPr lang="en-US" sz="2400" spc="-160" dirty="0">
                <a:latin typeface="Times New Roman "/>
                <a:cs typeface="Times New Roman" panose="02020603050405020304" pitchFamily="18" charset="0"/>
              </a:rPr>
              <a:t> </a:t>
            </a:r>
            <a:r>
              <a:rPr lang="en-US" sz="2400" spc="-85" dirty="0">
                <a:latin typeface="Times New Roman "/>
                <a:cs typeface="Times New Roman" panose="02020603050405020304" pitchFamily="18" charset="0"/>
              </a:rPr>
              <a:t>economic</a:t>
            </a:r>
            <a:r>
              <a:rPr lang="en-US" sz="2400" spc="-170" dirty="0">
                <a:latin typeface="Times New Roman "/>
                <a:cs typeface="Times New Roman" panose="02020603050405020304" pitchFamily="18" charset="0"/>
              </a:rPr>
              <a:t> </a:t>
            </a:r>
            <a:r>
              <a:rPr lang="en-US" sz="2400" spc="-35" dirty="0">
                <a:latin typeface="Times New Roman "/>
                <a:cs typeface="Times New Roman" panose="02020603050405020304" pitchFamily="18" charset="0"/>
              </a:rPr>
              <a:t>development.</a:t>
            </a:r>
            <a:endParaRPr lang="en-US" sz="2400" dirty="0">
              <a:latin typeface="Times New Roman "/>
              <a:cs typeface="Times New Roman" panose="02020603050405020304" pitchFamily="18" charset="0"/>
            </a:endParaRPr>
          </a:p>
          <a:p>
            <a:endParaRPr lang="en-IN" dirty="0"/>
          </a:p>
        </p:txBody>
      </p:sp>
    </p:spTree>
    <p:extLst>
      <p:ext uri="{BB962C8B-B14F-4D97-AF65-F5344CB8AC3E}">
        <p14:creationId xmlns:p14="http://schemas.microsoft.com/office/powerpoint/2010/main" val="3530483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4F54F-8CA3-170B-14EF-9679B8A63D32}"/>
              </a:ext>
            </a:extLst>
          </p:cNvPr>
          <p:cNvSpPr>
            <a:spLocks noGrp="1"/>
          </p:cNvSpPr>
          <p:nvPr>
            <p:ph type="title"/>
          </p:nvPr>
        </p:nvSpPr>
        <p:spPr>
          <a:xfrm>
            <a:off x="2743200" y="227474"/>
            <a:ext cx="6103374" cy="529610"/>
          </a:xfrm>
        </p:spPr>
        <p:txBody>
          <a:bodyPr>
            <a:normAutofit fontScale="90000"/>
          </a:bodyPr>
          <a:lstStyle/>
          <a:p>
            <a:r>
              <a:rPr lang="en-IN" b="1" dirty="0">
                <a:solidFill>
                  <a:srgbClr val="FF0000"/>
                </a:solidFill>
                <a:latin typeface="Times New Roman Bold" panose="02020803070505020304" pitchFamily="18" charset="0"/>
                <a:cs typeface="Times New Roman Bold" panose="02020803070505020304" pitchFamily="18" charset="0"/>
              </a:rPr>
              <a:t>Experience/Challenges</a:t>
            </a:r>
            <a:endParaRPr lang="en-IN" dirty="0">
              <a:solidFill>
                <a:srgbClr val="FF0000"/>
              </a:solidFill>
            </a:endParaRPr>
          </a:p>
        </p:txBody>
      </p:sp>
      <p:sp>
        <p:nvSpPr>
          <p:cNvPr id="4" name="Rectangle 1">
            <a:extLst>
              <a:ext uri="{FF2B5EF4-FFF2-40B4-BE49-F238E27FC236}">
                <a16:creationId xmlns:a16="http://schemas.microsoft.com/office/drawing/2014/main" id="{00FD2755-B6EF-89A3-1984-5A38BDD6188E}"/>
              </a:ext>
            </a:extLst>
          </p:cNvPr>
          <p:cNvSpPr>
            <a:spLocks noGrp="1" noChangeArrowheads="1"/>
          </p:cNvSpPr>
          <p:nvPr>
            <p:ph idx="1"/>
          </p:nvPr>
        </p:nvSpPr>
        <p:spPr bwMode="auto">
          <a:xfrm>
            <a:off x="353963" y="2031021"/>
            <a:ext cx="11179276"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
              </a:rPr>
              <a:t>Worked extensively with SQL joins, window functions, and aggregations to transform raw multi-table datasets into meaningful analytical insights.</a:t>
            </a:r>
          </a:p>
          <a:p>
            <a:pPr lvl="0" eaLnBrk="0" fontAlgn="base" hangingPunct="0">
              <a:lnSpc>
                <a:spcPct val="150000"/>
              </a:lnSpc>
              <a:spcBef>
                <a:spcPct val="0"/>
              </a:spcBef>
              <a:spcAft>
                <a:spcPct val="0"/>
              </a:spcAft>
              <a:buFont typeface="Wingdings" panose="05000000000000000000" pitchFamily="2" charset="2"/>
              <a:buChar char="Ø"/>
            </a:pPr>
            <a:r>
              <a:rPr lang="en-US" sz="2400" dirty="0">
                <a:latin typeface="Times New Roman "/>
              </a:rPr>
              <a:t>Designing correct joins between multiple tables without duplication errors.</a:t>
            </a:r>
            <a:endParaRPr kumimoji="0" lang="en-US" altLang="en-US" sz="2400" b="0" i="0" u="none" strike="noStrike" cap="none" normalizeH="0" baseline="0" dirty="0">
              <a:ln>
                <a:noFill/>
              </a:ln>
              <a:solidFill>
                <a:schemeClr val="tx1"/>
              </a:solidFill>
              <a:effectLst/>
              <a:latin typeface="Times New Roman "/>
            </a:endParaRP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
              </a:rPr>
              <a:t>Gained practical experience converting analytical questions into optimized SQL queries and presenting results as business insights for decision-making.</a:t>
            </a:r>
          </a:p>
        </p:txBody>
      </p:sp>
    </p:spTree>
    <p:extLst>
      <p:ext uri="{BB962C8B-B14F-4D97-AF65-F5344CB8AC3E}">
        <p14:creationId xmlns:p14="http://schemas.microsoft.com/office/powerpoint/2010/main" val="206885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efault_img">
            <a:extLst>
              <a:ext uri="{FF2B5EF4-FFF2-40B4-BE49-F238E27FC236}">
                <a16:creationId xmlns:a16="http://schemas.microsoft.com/office/drawing/2014/main" id="{2245C008-7698-CA11-203C-5636926AC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8121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6092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1191</TotalTime>
  <Words>1483</Words>
  <Application>Microsoft Office PowerPoint</Application>
  <PresentationFormat>Widescreen</PresentationFormat>
  <Paragraphs>186</Paragraphs>
  <Slides>27</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vt:i4>
      </vt:variant>
    </vt:vector>
  </HeadingPairs>
  <TitlesOfParts>
    <vt:vector size="39" baseType="lpstr">
      <vt:lpstr>Arial</vt:lpstr>
      <vt:lpstr>Times New Roman Bold</vt:lpstr>
      <vt:lpstr>Verdana</vt:lpstr>
      <vt:lpstr>Calibri</vt:lpstr>
      <vt:lpstr>Times New Roman</vt:lpstr>
      <vt:lpstr>Aptos Display</vt:lpstr>
      <vt:lpstr>Wingdings</vt:lpstr>
      <vt:lpstr>Times New Roman </vt:lpstr>
      <vt:lpstr>Aptos</vt:lpstr>
      <vt:lpstr>Arial MT</vt:lpstr>
      <vt:lpstr>Libre Baskerville</vt:lpstr>
      <vt:lpstr>Office Theme</vt:lpstr>
      <vt:lpstr>PowerPoint Presentation</vt:lpstr>
      <vt:lpstr>Agenda </vt:lpstr>
      <vt:lpstr>Business problem :</vt:lpstr>
      <vt:lpstr>OBJECTIVE</vt:lpstr>
      <vt:lpstr>ER Diagram </vt:lpstr>
      <vt:lpstr>Database Schema Overview</vt:lpstr>
      <vt:lpstr>Database Schema Overview</vt:lpstr>
      <vt:lpstr>Tables : Country</vt:lpstr>
      <vt:lpstr>Key Analysis Questions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Insights :</vt:lpstr>
      <vt:lpstr>Recommendations :</vt:lpstr>
      <vt:lpstr>Conclusion :</vt:lpstr>
      <vt:lpstr>Experience/Challenges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E.Praneeth</dc:creator>
  <cp:lastModifiedBy>Praneeth Goud</cp:lastModifiedBy>
  <cp:revision>1</cp:revision>
  <dcterms:created xsi:type="dcterms:W3CDTF">2021-02-16T05:19:01Z</dcterms:created>
  <dcterms:modified xsi:type="dcterms:W3CDTF">2026-02-14T03:54:53Z</dcterms:modified>
</cp:coreProperties>
</file>